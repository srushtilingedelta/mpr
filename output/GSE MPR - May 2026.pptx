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09" r:id="rId4"/>
  </p:sldMasterIdLst>
  <p:notesMasterIdLst>
    <p:notesMasterId r:id="rId30"/>
  </p:notesMasterIdLst>
  <p:handoutMasterIdLst>
    <p:handoutMasterId r:id="rId31"/>
  </p:handoutMasterIdLst>
  <p:sldIdLst>
    <p:sldId id="2913" r:id="rId5"/>
    <p:sldId id="2967" r:id="rId6"/>
    <p:sldId id="2976" r:id="rId7"/>
    <p:sldId id="2956" r:id="rId8"/>
    <p:sldId id="2962" r:id="rId9"/>
    <p:sldId id="2974" r:id="rId10"/>
    <p:sldId id="2975" r:id="rId11"/>
    <p:sldId id="2970" r:id="rId12"/>
    <p:sldId id="2977" r:id="rId13"/>
    <p:sldId id="2979" r:id="rId14"/>
    <p:sldId id="2972" r:id="rId15"/>
    <p:sldId id="2969" r:id="rId16"/>
    <p:sldId id="2980" r:id="rId17"/>
    <p:sldId id="2958" r:id="rId18"/>
    <p:sldId id="2963" r:id="rId19"/>
    <p:sldId id="2959" r:id="rId20"/>
    <p:sldId id="2964" r:id="rId21"/>
    <p:sldId id="2960" r:id="rId22"/>
    <p:sldId id="2965" r:id="rId23"/>
    <p:sldId id="2971" r:id="rId24"/>
    <p:sldId id="2978" r:id="rId25"/>
    <p:sldId id="2973" r:id="rId26"/>
    <p:sldId id="2968" r:id="rId27"/>
    <p:sldId id="2961" r:id="rId28"/>
    <p:sldId id="2966" r:id="rId29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8" pos="3840" userDrawn="1">
          <p15:clr>
            <a:srgbClr val="A4A3A4"/>
          </p15:clr>
        </p15:guide>
        <p15:guide id="62" orient="horz" pos="213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obrock, Sarah" initials="WS" lastIdx="1" clrIdx="0">
    <p:extLst>
      <p:ext uri="{19B8F6BF-5375-455C-9EA6-DF929625EA0E}">
        <p15:presenceInfo xmlns:p15="http://schemas.microsoft.com/office/powerpoint/2012/main" userId="S::sarah.wobrock@delta.com::1190c11d-b4cc-4807-866c-7ecd2d65fa3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3366"/>
    <a:srgbClr val="7799CC"/>
    <a:srgbClr val="991933"/>
    <a:srgbClr val="CACED3"/>
    <a:srgbClr val="C01933"/>
    <a:srgbClr val="7D9BC1"/>
    <a:srgbClr val="002A50"/>
    <a:srgbClr val="A3A3A3"/>
    <a:srgbClr val="000000"/>
    <a:srgbClr val="7070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203B61-073B-4B50-B58C-AD8EA23590CB}" v="191" dt="2026-06-11T18:24:34.770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00" y="40"/>
      </p:cViewPr>
      <p:guideLst>
        <p:guide pos="3840"/>
        <p:guide orient="horz" pos="21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commentAuthors" Target="commentAuthors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microsoft.com/office/2016/11/relationships/changesInfo" Target="changesInfos/changesInfo1.xml"/><Relationship Id="rId3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olsby, Deambria D" userId="d2d29d1d-c10f-4166-a7dd-47b764ca3bf6" providerId="ADAL" clId="{CC7649B8-5416-41B0-BE76-E3317C53DC48}"/>
    <pc:docChg chg="undo redo custSel mod addSld delSld modSld sldOrd modNotesMaster modHandout">
      <pc:chgData name="Goolsby, Deambria D" userId="d2d29d1d-c10f-4166-a7dd-47b764ca3bf6" providerId="ADAL" clId="{CC7649B8-5416-41B0-BE76-E3317C53DC48}" dt="2026-06-11T18:30:10.176" v="11365" actId="20577"/>
      <pc:docMkLst>
        <pc:docMk/>
      </pc:docMkLst>
      <pc:sldChg chg="modSp mod modNotes">
        <pc:chgData name="Goolsby, Deambria D" userId="d2d29d1d-c10f-4166-a7dd-47b764ca3bf6" providerId="ADAL" clId="{CC7649B8-5416-41B0-BE76-E3317C53DC48}" dt="2026-06-03T20:05:19.564" v="8328" actId="6549"/>
        <pc:sldMkLst>
          <pc:docMk/>
          <pc:sldMk cId="176544638" sldId="2913"/>
        </pc:sldMkLst>
        <pc:spChg chg="mod">
          <ac:chgData name="Goolsby, Deambria D" userId="d2d29d1d-c10f-4166-a7dd-47b764ca3bf6" providerId="ADAL" clId="{CC7649B8-5416-41B0-BE76-E3317C53DC48}" dt="2026-06-03T20:05:19.564" v="8328" actId="6549"/>
          <ac:spMkLst>
            <pc:docMk/>
            <pc:sldMk cId="176544638" sldId="2913"/>
            <ac:spMk id="6" creationId="{0925F12B-6D3A-8049-8480-B91A0287C890}"/>
          </ac:spMkLst>
        </pc:spChg>
      </pc:sldChg>
      <pc:sldChg chg="addSp delSp modSp mod modNotesTx">
        <pc:chgData name="Goolsby, Deambria D" userId="d2d29d1d-c10f-4166-a7dd-47b764ca3bf6" providerId="ADAL" clId="{CC7649B8-5416-41B0-BE76-E3317C53DC48}" dt="2026-06-11T16:48:59.915" v="9994" actId="1076"/>
        <pc:sldMkLst>
          <pc:docMk/>
          <pc:sldMk cId="1103307791" sldId="2956"/>
        </pc:sldMkLst>
        <pc:spChg chg="add del mod">
          <ac:chgData name="Goolsby, Deambria D" userId="d2d29d1d-c10f-4166-a7dd-47b764ca3bf6" providerId="ADAL" clId="{CC7649B8-5416-41B0-BE76-E3317C53DC48}" dt="2026-06-10T18:35:34.556" v="9568" actId="478"/>
          <ac:spMkLst>
            <pc:docMk/>
            <pc:sldMk cId="1103307791" sldId="2956"/>
            <ac:spMk id="4" creationId="{E265F723-7B38-C875-51CC-375309E7D0DB}"/>
          </ac:spMkLst>
        </pc:spChg>
        <pc:graphicFrameChg chg="add del mod">
          <ac:chgData name="Goolsby, Deambria D" userId="d2d29d1d-c10f-4166-a7dd-47b764ca3bf6" providerId="ADAL" clId="{CC7649B8-5416-41B0-BE76-E3317C53DC48}" dt="2026-06-11T12:54:35.173" v="9940" actId="478"/>
          <ac:graphicFrameMkLst>
            <pc:docMk/>
            <pc:sldMk cId="1103307791" sldId="2956"/>
            <ac:graphicFrameMk id="7" creationId="{9F4B0CDA-F30D-B481-593B-38B7A4D6AA29}"/>
          </ac:graphicFrameMkLst>
        </pc:graphicFrameChg>
        <pc:picChg chg="add del mod">
          <ac:chgData name="Goolsby, Deambria D" userId="d2d29d1d-c10f-4166-a7dd-47b764ca3bf6" providerId="ADAL" clId="{CC7649B8-5416-41B0-BE76-E3317C53DC48}" dt="2026-06-10T13:48:59.118" v="8813" actId="478"/>
          <ac:picMkLst>
            <pc:docMk/>
            <pc:sldMk cId="1103307791" sldId="2956"/>
            <ac:picMk id="3" creationId="{A63BC922-FE15-B20F-ED2F-659683B3C7A0}"/>
          </ac:picMkLst>
        </pc:picChg>
        <pc:picChg chg="add del mod">
          <ac:chgData name="Goolsby, Deambria D" userId="d2d29d1d-c10f-4166-a7dd-47b764ca3bf6" providerId="ADAL" clId="{CC7649B8-5416-41B0-BE76-E3317C53DC48}" dt="2026-06-11T16:48:51.613" v="9990" actId="478"/>
          <ac:picMkLst>
            <pc:docMk/>
            <pc:sldMk cId="1103307791" sldId="2956"/>
            <ac:picMk id="4" creationId="{063454B7-0D01-C141-ADF9-EDE7295F4540}"/>
          </ac:picMkLst>
        </pc:picChg>
        <pc:picChg chg="add del mod">
          <ac:chgData name="Goolsby, Deambria D" userId="d2d29d1d-c10f-4166-a7dd-47b764ca3bf6" providerId="ADAL" clId="{CC7649B8-5416-41B0-BE76-E3317C53DC48}" dt="2026-06-10T18:32:22.241" v="9561" actId="478"/>
          <ac:picMkLst>
            <pc:docMk/>
            <pc:sldMk cId="1103307791" sldId="2956"/>
            <ac:picMk id="6" creationId="{397A619E-E2B3-E5C8-4E03-59B253CDC82C}"/>
          </ac:picMkLst>
        </pc:picChg>
        <pc:picChg chg="add mod">
          <ac:chgData name="Goolsby, Deambria D" userId="d2d29d1d-c10f-4166-a7dd-47b764ca3bf6" providerId="ADAL" clId="{CC7649B8-5416-41B0-BE76-E3317C53DC48}" dt="2026-06-11T16:48:59.915" v="9994" actId="1076"/>
          <ac:picMkLst>
            <pc:docMk/>
            <pc:sldMk cId="1103307791" sldId="2956"/>
            <ac:picMk id="6" creationId="{D16A9806-E081-FFCE-1F04-7D333CC33919}"/>
          </ac:picMkLst>
        </pc:picChg>
      </pc:sldChg>
      <pc:sldChg chg="addSp delSp modSp mod modNotesTx">
        <pc:chgData name="Goolsby, Deambria D" userId="d2d29d1d-c10f-4166-a7dd-47b764ca3bf6" providerId="ADAL" clId="{CC7649B8-5416-41B0-BE76-E3317C53DC48}" dt="2026-06-11T18:13:19.964" v="11064" actId="1076"/>
        <pc:sldMkLst>
          <pc:docMk/>
          <pc:sldMk cId="2423312189" sldId="2958"/>
        </pc:sldMkLst>
        <pc:spChg chg="add del mod">
          <ac:chgData name="Goolsby, Deambria D" userId="d2d29d1d-c10f-4166-a7dd-47b764ca3bf6" providerId="ADAL" clId="{CC7649B8-5416-41B0-BE76-E3317C53DC48}" dt="2026-06-11T00:54:35.420" v="9847" actId="478"/>
          <ac:spMkLst>
            <pc:docMk/>
            <pc:sldMk cId="2423312189" sldId="2958"/>
            <ac:spMk id="6" creationId="{077EE876-6D22-AA5C-8C5F-06FCEC96E8EA}"/>
          </ac:spMkLst>
        </pc:spChg>
        <pc:graphicFrameChg chg="add del mod">
          <ac:chgData name="Goolsby, Deambria D" userId="d2d29d1d-c10f-4166-a7dd-47b764ca3bf6" providerId="ADAL" clId="{CC7649B8-5416-41B0-BE76-E3317C53DC48}" dt="2026-06-11T00:54:25.871" v="9844" actId="478"/>
          <ac:graphicFrameMkLst>
            <pc:docMk/>
            <pc:sldMk cId="2423312189" sldId="2958"/>
            <ac:graphicFrameMk id="4" creationId="{20CA05D2-6F65-93BE-50EC-ABC626B392EF}"/>
          </ac:graphicFrameMkLst>
        </pc:graphicFrameChg>
        <pc:picChg chg="mod">
          <ac:chgData name="Goolsby, Deambria D" userId="d2d29d1d-c10f-4166-a7dd-47b764ca3bf6" providerId="ADAL" clId="{CC7649B8-5416-41B0-BE76-E3317C53DC48}" dt="2026-05-13T15:31:53.765" v="6756" actId="1035"/>
          <ac:picMkLst>
            <pc:docMk/>
            <pc:sldMk cId="2423312189" sldId="2958"/>
            <ac:picMk id="2" creationId="{58ED597A-1474-E1EF-F9FE-BF6A1490F315}"/>
          </ac:picMkLst>
        </pc:picChg>
        <pc:picChg chg="add del mod">
          <ac:chgData name="Goolsby, Deambria D" userId="d2d29d1d-c10f-4166-a7dd-47b764ca3bf6" providerId="ADAL" clId="{CC7649B8-5416-41B0-BE76-E3317C53DC48}" dt="2026-06-11T14:23:13.575" v="9956" actId="478"/>
          <ac:picMkLst>
            <pc:docMk/>
            <pc:sldMk cId="2423312189" sldId="2958"/>
            <ac:picMk id="6" creationId="{2D044A39-4964-4390-321D-51A49055DB3C}"/>
          </ac:picMkLst>
        </pc:picChg>
        <pc:picChg chg="add del mod">
          <ac:chgData name="Goolsby, Deambria D" userId="d2d29d1d-c10f-4166-a7dd-47b764ca3bf6" providerId="ADAL" clId="{CC7649B8-5416-41B0-BE76-E3317C53DC48}" dt="2026-06-11T03:09:33.826" v="9900" actId="478"/>
          <ac:picMkLst>
            <pc:docMk/>
            <pc:sldMk cId="2423312189" sldId="2958"/>
            <ac:picMk id="8" creationId="{3F0866C8-1F80-2426-DBA1-5AD35D98DC19}"/>
          </ac:picMkLst>
        </pc:picChg>
        <pc:picChg chg="add mod">
          <ac:chgData name="Goolsby, Deambria D" userId="d2d29d1d-c10f-4166-a7dd-47b764ca3bf6" providerId="ADAL" clId="{CC7649B8-5416-41B0-BE76-E3317C53DC48}" dt="2026-06-11T18:13:19.964" v="11064" actId="1076"/>
          <ac:picMkLst>
            <pc:docMk/>
            <pc:sldMk cId="2423312189" sldId="2958"/>
            <ac:picMk id="8" creationId="{C80A0BB7-7738-A729-C5F0-70AA7997D52F}"/>
          </ac:picMkLst>
        </pc:picChg>
        <pc:picChg chg="add del mod">
          <ac:chgData name="Goolsby, Deambria D" userId="d2d29d1d-c10f-4166-a7dd-47b764ca3bf6" providerId="ADAL" clId="{CC7649B8-5416-41B0-BE76-E3317C53DC48}" dt="2026-06-11T03:09:21.346" v="9899" actId="478"/>
          <ac:picMkLst>
            <pc:docMk/>
            <pc:sldMk cId="2423312189" sldId="2958"/>
            <ac:picMk id="12" creationId="{04889F46-1C94-840B-7769-7D7D10CF9D52}"/>
          </ac:picMkLst>
        </pc:picChg>
        <pc:picChg chg="add del mod">
          <ac:chgData name="Goolsby, Deambria D" userId="d2d29d1d-c10f-4166-a7dd-47b764ca3bf6" providerId="ADAL" clId="{CC7649B8-5416-41B0-BE76-E3317C53DC48}" dt="2026-06-11T14:12:41.475" v="9949" actId="478"/>
          <ac:picMkLst>
            <pc:docMk/>
            <pc:sldMk cId="2423312189" sldId="2958"/>
            <ac:picMk id="14" creationId="{BB7C27F1-B7F8-8886-2998-957C87B06FEA}"/>
          </ac:picMkLst>
        </pc:picChg>
      </pc:sldChg>
      <pc:sldChg chg="addSp delSp modSp mod modNotesTx">
        <pc:chgData name="Goolsby, Deambria D" userId="d2d29d1d-c10f-4166-a7dd-47b764ca3bf6" providerId="ADAL" clId="{CC7649B8-5416-41B0-BE76-E3317C53DC48}" dt="2026-06-11T18:13:15.612" v="11063" actId="1076"/>
        <pc:sldMkLst>
          <pc:docMk/>
          <pc:sldMk cId="355837464" sldId="2959"/>
        </pc:sldMkLst>
        <pc:spChg chg="add del mod">
          <ac:chgData name="Goolsby, Deambria D" userId="d2d29d1d-c10f-4166-a7dd-47b764ca3bf6" providerId="ADAL" clId="{CC7649B8-5416-41B0-BE76-E3317C53DC48}" dt="2026-06-11T00:54:40.265" v="9848" actId="478"/>
          <ac:spMkLst>
            <pc:docMk/>
            <pc:sldMk cId="355837464" sldId="2959"/>
            <ac:spMk id="6" creationId="{CC264C53-01A9-C1BA-6EAC-D133372BF7FE}"/>
          </ac:spMkLst>
        </pc:spChg>
        <pc:graphicFrameChg chg="add del mod">
          <ac:chgData name="Goolsby, Deambria D" userId="d2d29d1d-c10f-4166-a7dd-47b764ca3bf6" providerId="ADAL" clId="{CC7649B8-5416-41B0-BE76-E3317C53DC48}" dt="2026-06-11T00:54:47.377" v="9849" actId="478"/>
          <ac:graphicFrameMkLst>
            <pc:docMk/>
            <pc:sldMk cId="355837464" sldId="2959"/>
            <ac:graphicFrameMk id="5" creationId="{36F70035-B6A5-F508-002E-8EDF967DD045}"/>
          </ac:graphicFrameMkLst>
        </pc:graphicFrameChg>
        <pc:picChg chg="add mod">
          <ac:chgData name="Goolsby, Deambria D" userId="d2d29d1d-c10f-4166-a7dd-47b764ca3bf6" providerId="ADAL" clId="{CC7649B8-5416-41B0-BE76-E3317C53DC48}" dt="2026-06-11T18:13:15.612" v="11063" actId="1076"/>
          <ac:picMkLst>
            <pc:docMk/>
            <pc:sldMk cId="355837464" sldId="2959"/>
            <ac:picMk id="6" creationId="{BA17E8F6-6629-6A47-0433-258D5D8C1116}"/>
          </ac:picMkLst>
        </pc:picChg>
        <pc:picChg chg="add del mod">
          <ac:chgData name="Goolsby, Deambria D" userId="d2d29d1d-c10f-4166-a7dd-47b764ca3bf6" providerId="ADAL" clId="{CC7649B8-5416-41B0-BE76-E3317C53DC48}" dt="2026-06-11T14:26:33.692" v="9971" actId="478"/>
          <ac:picMkLst>
            <pc:docMk/>
            <pc:sldMk cId="355837464" sldId="2959"/>
            <ac:picMk id="9" creationId="{AAD3ACBE-5AF3-A7D1-F544-4218EA559ED9}"/>
          </ac:picMkLst>
        </pc:picChg>
        <pc:picChg chg="add del mod">
          <ac:chgData name="Goolsby, Deambria D" userId="d2d29d1d-c10f-4166-a7dd-47b764ca3bf6" providerId="ADAL" clId="{CC7649B8-5416-41B0-BE76-E3317C53DC48}" dt="2026-06-11T03:08:44.070" v="9895" actId="478"/>
          <ac:picMkLst>
            <pc:docMk/>
            <pc:sldMk cId="355837464" sldId="2959"/>
            <ac:picMk id="12" creationId="{719AF733-4DBC-8796-47B9-DDAF440ED3E2}"/>
          </ac:picMkLst>
        </pc:picChg>
        <pc:picChg chg="add del mod">
          <ac:chgData name="Goolsby, Deambria D" userId="d2d29d1d-c10f-4166-a7dd-47b764ca3bf6" providerId="ADAL" clId="{CC7649B8-5416-41B0-BE76-E3317C53DC48}" dt="2026-06-11T03:10:48.216" v="9915" actId="478"/>
          <ac:picMkLst>
            <pc:docMk/>
            <pc:sldMk cId="355837464" sldId="2959"/>
            <ac:picMk id="15" creationId="{71FACA9C-8655-88FC-81FA-395A2ADE4663}"/>
          </ac:picMkLst>
        </pc:picChg>
      </pc:sldChg>
      <pc:sldChg chg="addSp delSp modSp mod modNotesTx">
        <pc:chgData name="Goolsby, Deambria D" userId="d2d29d1d-c10f-4166-a7dd-47b764ca3bf6" providerId="ADAL" clId="{CC7649B8-5416-41B0-BE76-E3317C53DC48}" dt="2026-06-11T18:07:08.248" v="11053" actId="22"/>
        <pc:sldMkLst>
          <pc:docMk/>
          <pc:sldMk cId="3104254683" sldId="2960"/>
        </pc:sldMkLst>
        <pc:spChg chg="add del mod">
          <ac:chgData name="Goolsby, Deambria D" userId="d2d29d1d-c10f-4166-a7dd-47b764ca3bf6" providerId="ADAL" clId="{CC7649B8-5416-41B0-BE76-E3317C53DC48}" dt="2026-06-11T00:56:33.443" v="9854" actId="478"/>
          <ac:spMkLst>
            <pc:docMk/>
            <pc:sldMk cId="3104254683" sldId="2960"/>
            <ac:spMk id="6" creationId="{7A044DA6-8D66-46B7-A84A-E2B2FD089BD6}"/>
          </ac:spMkLst>
        </pc:spChg>
        <pc:graphicFrameChg chg="add del mod">
          <ac:chgData name="Goolsby, Deambria D" userId="d2d29d1d-c10f-4166-a7dd-47b764ca3bf6" providerId="ADAL" clId="{CC7649B8-5416-41B0-BE76-E3317C53DC48}" dt="2026-06-11T00:53:22.363" v="9829" actId="478"/>
          <ac:graphicFrameMkLst>
            <pc:docMk/>
            <pc:sldMk cId="3104254683" sldId="2960"/>
            <ac:graphicFrameMk id="4" creationId="{4AD1F424-58EE-DFCA-E610-1F5F74692695}"/>
          </ac:graphicFrameMkLst>
        </pc:graphicFrameChg>
        <pc:picChg chg="mod">
          <ac:chgData name="Goolsby, Deambria D" userId="d2d29d1d-c10f-4166-a7dd-47b764ca3bf6" providerId="ADAL" clId="{CC7649B8-5416-41B0-BE76-E3317C53DC48}" dt="2026-05-13T19:04:59.594" v="7367" actId="1076"/>
          <ac:picMkLst>
            <pc:docMk/>
            <pc:sldMk cId="3104254683" sldId="2960"/>
            <ac:picMk id="2" creationId="{71A5903D-6DA8-C937-A2E5-DDBEF6385EF8}"/>
          </ac:picMkLst>
        </pc:picChg>
        <pc:picChg chg="mod">
          <ac:chgData name="Goolsby, Deambria D" userId="d2d29d1d-c10f-4166-a7dd-47b764ca3bf6" providerId="ADAL" clId="{CC7649B8-5416-41B0-BE76-E3317C53DC48}" dt="2026-05-13T19:05:06.194" v="7368" actId="1076"/>
          <ac:picMkLst>
            <pc:docMk/>
            <pc:sldMk cId="3104254683" sldId="2960"/>
            <ac:picMk id="3" creationId="{2183DD64-DA74-F7FC-F0F7-21722821D283}"/>
          </ac:picMkLst>
        </pc:picChg>
        <pc:picChg chg="add del mod">
          <ac:chgData name="Goolsby, Deambria D" userId="d2d29d1d-c10f-4166-a7dd-47b764ca3bf6" providerId="ADAL" clId="{CC7649B8-5416-41B0-BE76-E3317C53DC48}" dt="2026-06-11T14:32:02.722" v="9979" actId="478"/>
          <ac:picMkLst>
            <pc:docMk/>
            <pc:sldMk cId="3104254683" sldId="2960"/>
            <ac:picMk id="6" creationId="{F1992A76-420E-90A6-1ACD-EFACCAF937C5}"/>
          </ac:picMkLst>
        </pc:picChg>
        <pc:picChg chg="add del mod">
          <ac:chgData name="Goolsby, Deambria D" userId="d2d29d1d-c10f-4166-a7dd-47b764ca3bf6" providerId="ADAL" clId="{CC7649B8-5416-41B0-BE76-E3317C53DC48}" dt="2026-06-11T00:56:55.068" v="9855" actId="478"/>
          <ac:picMkLst>
            <pc:docMk/>
            <pc:sldMk cId="3104254683" sldId="2960"/>
            <ac:picMk id="10" creationId="{5CBDB7E0-6BC3-48A4-2225-579412F2626B}"/>
          </ac:picMkLst>
        </pc:picChg>
        <pc:picChg chg="add del mod">
          <ac:chgData name="Goolsby, Deambria D" userId="d2d29d1d-c10f-4166-a7dd-47b764ca3bf6" providerId="ADAL" clId="{CC7649B8-5416-41B0-BE76-E3317C53DC48}" dt="2026-06-11T18:07:05.913" v="11052" actId="478"/>
          <ac:picMkLst>
            <pc:docMk/>
            <pc:sldMk cId="3104254683" sldId="2960"/>
            <ac:picMk id="10" creationId="{97C544B2-AB79-08CB-F371-CBFB7D0C32FE}"/>
          </ac:picMkLst>
        </pc:picChg>
        <pc:picChg chg="add del mod">
          <ac:chgData name="Goolsby, Deambria D" userId="d2d29d1d-c10f-4166-a7dd-47b764ca3bf6" providerId="ADAL" clId="{CC7649B8-5416-41B0-BE76-E3317C53DC48}" dt="2026-06-11T14:26:57.829" v="9975" actId="478"/>
          <ac:picMkLst>
            <pc:docMk/>
            <pc:sldMk cId="3104254683" sldId="2960"/>
            <ac:picMk id="13" creationId="{3A370A10-0849-6088-9CC5-D3867B452766}"/>
          </ac:picMkLst>
        </pc:picChg>
        <pc:picChg chg="add">
          <ac:chgData name="Goolsby, Deambria D" userId="d2d29d1d-c10f-4166-a7dd-47b764ca3bf6" providerId="ADAL" clId="{CC7649B8-5416-41B0-BE76-E3317C53DC48}" dt="2026-06-11T18:07:08.248" v="11053" actId="22"/>
          <ac:picMkLst>
            <pc:docMk/>
            <pc:sldMk cId="3104254683" sldId="2960"/>
            <ac:picMk id="14" creationId="{4527FA9B-8040-43BF-F5F8-66AEAAB84B37}"/>
          </ac:picMkLst>
        </pc:picChg>
      </pc:sldChg>
      <pc:sldChg chg="addSp delSp modSp mod modShow modNotesTx">
        <pc:chgData name="Goolsby, Deambria D" userId="d2d29d1d-c10f-4166-a7dd-47b764ca3bf6" providerId="ADAL" clId="{CC7649B8-5416-41B0-BE76-E3317C53DC48}" dt="2026-06-11T02:49:57.574" v="9890" actId="729"/>
        <pc:sldMkLst>
          <pc:docMk/>
          <pc:sldMk cId="69581483" sldId="2961"/>
        </pc:sldMkLst>
        <pc:spChg chg="add del mod">
          <ac:chgData name="Goolsby, Deambria D" userId="d2d29d1d-c10f-4166-a7dd-47b764ca3bf6" providerId="ADAL" clId="{CC7649B8-5416-41B0-BE76-E3317C53DC48}" dt="2026-06-11T01:03:25.200" v="9863" actId="478"/>
          <ac:spMkLst>
            <pc:docMk/>
            <pc:sldMk cId="69581483" sldId="2961"/>
            <ac:spMk id="7" creationId="{45B6BB07-038A-44E0-D62E-262C10E3E287}"/>
          </ac:spMkLst>
        </pc:spChg>
        <pc:spChg chg="mod">
          <ac:chgData name="Goolsby, Deambria D" userId="d2d29d1d-c10f-4166-a7dd-47b764ca3bf6" providerId="ADAL" clId="{CC7649B8-5416-41B0-BE76-E3317C53DC48}" dt="2026-05-13T19:05:35.137" v="7394" actId="20577"/>
          <ac:spMkLst>
            <pc:docMk/>
            <pc:sldMk cId="69581483" sldId="2961"/>
            <ac:spMk id="22" creationId="{42E6CCC6-8F99-26C5-7C57-A00B38DFF401}"/>
          </ac:spMkLst>
        </pc:spChg>
        <pc:graphicFrameChg chg="add del mod">
          <ac:chgData name="Goolsby, Deambria D" userId="d2d29d1d-c10f-4166-a7dd-47b764ca3bf6" providerId="ADAL" clId="{CC7649B8-5416-41B0-BE76-E3317C53DC48}" dt="2026-06-11T01:03:14.246" v="9860" actId="478"/>
          <ac:graphicFrameMkLst>
            <pc:docMk/>
            <pc:sldMk cId="69581483" sldId="2961"/>
            <ac:graphicFrameMk id="4" creationId="{BB49682D-CAAC-3227-883D-28CE4394379E}"/>
          </ac:graphicFrameMkLst>
        </pc:graphicFrameChg>
        <pc:picChg chg="mod">
          <ac:chgData name="Goolsby, Deambria D" userId="d2d29d1d-c10f-4166-a7dd-47b764ca3bf6" providerId="ADAL" clId="{CC7649B8-5416-41B0-BE76-E3317C53DC48}" dt="2026-05-13T19:05:52.764" v="7403" actId="1035"/>
          <ac:picMkLst>
            <pc:docMk/>
            <pc:sldMk cId="69581483" sldId="2961"/>
            <ac:picMk id="2" creationId="{357A70DB-1AA1-ADB9-8818-09229ACA51ED}"/>
          </ac:picMkLst>
        </pc:picChg>
        <pc:picChg chg="mod">
          <ac:chgData name="Goolsby, Deambria D" userId="d2d29d1d-c10f-4166-a7dd-47b764ca3bf6" providerId="ADAL" clId="{CC7649B8-5416-41B0-BE76-E3317C53DC48}" dt="2026-05-13T19:06:01.182" v="7405" actId="1036"/>
          <ac:picMkLst>
            <pc:docMk/>
            <pc:sldMk cId="69581483" sldId="2961"/>
            <ac:picMk id="3" creationId="{1A091640-D38F-AA28-F464-3552E5907701}"/>
          </ac:picMkLst>
        </pc:picChg>
        <pc:picChg chg="add mod">
          <ac:chgData name="Goolsby, Deambria D" userId="d2d29d1d-c10f-4166-a7dd-47b764ca3bf6" providerId="ADAL" clId="{CC7649B8-5416-41B0-BE76-E3317C53DC48}" dt="2026-06-11T01:03:44.492" v="9866" actId="1076"/>
          <ac:picMkLst>
            <pc:docMk/>
            <pc:sldMk cId="69581483" sldId="2961"/>
            <ac:picMk id="10" creationId="{7CD6D504-F093-50F4-F0C4-AF191C8BBE48}"/>
          </ac:picMkLst>
        </pc:picChg>
      </pc:sldChg>
      <pc:sldChg chg="addSp delSp modSp mod">
        <pc:chgData name="Goolsby, Deambria D" userId="d2d29d1d-c10f-4166-a7dd-47b764ca3bf6" providerId="ADAL" clId="{CC7649B8-5416-41B0-BE76-E3317C53DC48}" dt="2026-06-11T18:27:35.066" v="11332" actId="6549"/>
        <pc:sldMkLst>
          <pc:docMk/>
          <pc:sldMk cId="952958851" sldId="2962"/>
        </pc:sldMkLst>
        <pc:spChg chg="add del mod">
          <ac:chgData name="Goolsby, Deambria D" userId="d2d29d1d-c10f-4166-a7dd-47b764ca3bf6" providerId="ADAL" clId="{CC7649B8-5416-41B0-BE76-E3317C53DC48}" dt="2026-06-10T10:50:18.594" v="8454" actId="478"/>
          <ac:spMkLst>
            <pc:docMk/>
            <pc:sldMk cId="952958851" sldId="2962"/>
            <ac:spMk id="2" creationId="{BFBA800D-CA78-F202-A6F9-1FF251DEFF23}"/>
          </ac:spMkLst>
        </pc:spChg>
        <pc:spChg chg="add del mod">
          <ac:chgData name="Goolsby, Deambria D" userId="d2d29d1d-c10f-4166-a7dd-47b764ca3bf6" providerId="ADAL" clId="{CC7649B8-5416-41B0-BE76-E3317C53DC48}" dt="2026-06-11T16:56:21.659" v="10073"/>
          <ac:spMkLst>
            <pc:docMk/>
            <pc:sldMk cId="952958851" sldId="2962"/>
            <ac:spMk id="2" creationId="{D3F8B880-ED84-E1AD-D99E-9F71B39CD40D}"/>
          </ac:spMkLst>
        </pc:spChg>
        <pc:spChg chg="add del mod">
          <ac:chgData name="Goolsby, Deambria D" userId="d2d29d1d-c10f-4166-a7dd-47b764ca3bf6" providerId="ADAL" clId="{CC7649B8-5416-41B0-BE76-E3317C53DC48}" dt="2026-06-10T10:50:08.511" v="8447" actId="478"/>
          <ac:spMkLst>
            <pc:docMk/>
            <pc:sldMk cId="952958851" sldId="2962"/>
            <ac:spMk id="3" creationId="{ABA160E4-DAF0-CF0C-15BD-1BB0FB7A99DB}"/>
          </ac:spMkLst>
        </pc:spChg>
        <pc:spChg chg="add mod">
          <ac:chgData name="Goolsby, Deambria D" userId="d2d29d1d-c10f-4166-a7dd-47b764ca3bf6" providerId="ADAL" clId="{CC7649B8-5416-41B0-BE76-E3317C53DC48}" dt="2026-06-11T18:27:35.066" v="11332" actId="6549"/>
          <ac:spMkLst>
            <pc:docMk/>
            <pc:sldMk cId="952958851" sldId="2962"/>
            <ac:spMk id="6" creationId="{DE66695C-3FF9-C7C6-5398-AA5BEC3C5BDD}"/>
          </ac:spMkLst>
        </pc:spChg>
        <pc:spChg chg="add mod">
          <ac:chgData name="Goolsby, Deambria D" userId="d2d29d1d-c10f-4166-a7dd-47b764ca3bf6" providerId="ADAL" clId="{CC7649B8-5416-41B0-BE76-E3317C53DC48}" dt="2026-06-11T18:23:42.821" v="11180" actId="6549"/>
          <ac:spMkLst>
            <pc:docMk/>
            <pc:sldMk cId="952958851" sldId="2962"/>
            <ac:spMk id="7" creationId="{3248686D-A180-0876-0D13-E7B219809D3D}"/>
          </ac:spMkLst>
        </pc:spChg>
        <pc:spChg chg="add del mod">
          <ac:chgData name="Goolsby, Deambria D" userId="d2d29d1d-c10f-4166-a7dd-47b764ca3bf6" providerId="ADAL" clId="{CC7649B8-5416-41B0-BE76-E3317C53DC48}" dt="2026-06-10T10:50:15.744" v="8451"/>
          <ac:spMkLst>
            <pc:docMk/>
            <pc:sldMk cId="952958851" sldId="2962"/>
            <ac:spMk id="7" creationId="{AFAE400C-3EAE-75A5-6888-A88EC0C77E97}"/>
          </ac:spMkLst>
        </pc:spChg>
        <pc:spChg chg="add del mod">
          <ac:chgData name="Goolsby, Deambria D" userId="d2d29d1d-c10f-4166-a7dd-47b764ca3bf6" providerId="ADAL" clId="{CC7649B8-5416-41B0-BE76-E3317C53DC48}" dt="2026-06-10T10:50:15.744" v="8453"/>
          <ac:spMkLst>
            <pc:docMk/>
            <pc:sldMk cId="952958851" sldId="2962"/>
            <ac:spMk id="17" creationId="{613AC015-F2C4-9B66-A4FB-FEBBB8EC4404}"/>
          </ac:spMkLst>
        </pc:spChg>
        <pc:spChg chg="mod">
          <ac:chgData name="Goolsby, Deambria D" userId="d2d29d1d-c10f-4166-a7dd-47b764ca3bf6" providerId="ADAL" clId="{CC7649B8-5416-41B0-BE76-E3317C53DC48}" dt="2026-06-11T17:03:07.597" v="10418" actId="14100"/>
          <ac:spMkLst>
            <pc:docMk/>
            <pc:sldMk cId="952958851" sldId="2962"/>
            <ac:spMk id="22" creationId="{20EC8016-F2D4-BD58-A8C8-58DE9968F583}"/>
          </ac:spMkLst>
        </pc:spChg>
        <pc:graphicFrameChg chg="add mod">
          <ac:chgData name="Goolsby, Deambria D" userId="d2d29d1d-c10f-4166-a7dd-47b764ca3bf6" providerId="ADAL" clId="{CC7649B8-5416-41B0-BE76-E3317C53DC48}" dt="2026-06-11T16:56:18.847" v="10071"/>
          <ac:graphicFrameMkLst>
            <pc:docMk/>
            <pc:sldMk cId="952958851" sldId="2962"/>
            <ac:graphicFrameMk id="3" creationId="{5414784F-D96F-BBB5-B44B-8D4B1DC29A1E}"/>
          </ac:graphicFrameMkLst>
        </pc:graphicFrameChg>
        <pc:graphicFrameChg chg="add mod modGraphic">
          <ac:chgData name="Goolsby, Deambria D" userId="d2d29d1d-c10f-4166-a7dd-47b764ca3bf6" providerId="ADAL" clId="{CC7649B8-5416-41B0-BE76-E3317C53DC48}" dt="2026-06-10T10:49:58.335" v="8437"/>
          <ac:graphicFrameMkLst>
            <pc:docMk/>
            <pc:sldMk cId="952958851" sldId="2962"/>
            <ac:graphicFrameMk id="5" creationId="{138223CD-1793-41B8-4028-8A785893BEEE}"/>
          </ac:graphicFrameMkLst>
        </pc:graphicFrameChg>
        <pc:graphicFrameChg chg="del">
          <ac:chgData name="Goolsby, Deambria D" userId="d2d29d1d-c10f-4166-a7dd-47b764ca3bf6" providerId="ADAL" clId="{CC7649B8-5416-41B0-BE76-E3317C53DC48}" dt="2026-06-10T10:50:57.325" v="8458" actId="478"/>
          <ac:graphicFrameMkLst>
            <pc:docMk/>
            <pc:sldMk cId="952958851" sldId="2962"/>
            <ac:graphicFrameMk id="6" creationId="{46074B01-2367-4998-AFD2-A487F1DCD03B}"/>
          </ac:graphicFrameMkLst>
        </pc:graphicFrameChg>
        <pc:graphicFrameChg chg="mod">
          <ac:chgData name="Goolsby, Deambria D" userId="d2d29d1d-c10f-4166-a7dd-47b764ca3bf6" providerId="ADAL" clId="{CC7649B8-5416-41B0-BE76-E3317C53DC48}" dt="2026-06-10T10:50:44.549" v="8457"/>
          <ac:graphicFrameMkLst>
            <pc:docMk/>
            <pc:sldMk cId="952958851" sldId="2962"/>
            <ac:graphicFrameMk id="15" creationId="{447A32DC-EA1F-CB77-DAE7-1B45EA7CE29C}"/>
          </ac:graphicFrameMkLst>
        </pc:graphicFrameChg>
        <pc:graphicFrameChg chg="add del mod modGraphic">
          <ac:chgData name="Goolsby, Deambria D" userId="d2d29d1d-c10f-4166-a7dd-47b764ca3bf6" providerId="ADAL" clId="{CC7649B8-5416-41B0-BE76-E3317C53DC48}" dt="2026-06-10T10:50:33.239" v="8456"/>
          <ac:graphicFrameMkLst>
            <pc:docMk/>
            <pc:sldMk cId="952958851" sldId="2962"/>
            <ac:graphicFrameMk id="18" creationId="{7E49546E-429B-5B66-C1F8-3AEEEA2BCF5E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0T10:51:14.479" v="8469" actId="14100"/>
          <ac:graphicFrameMkLst>
            <pc:docMk/>
            <pc:sldMk cId="952958851" sldId="2962"/>
            <ac:graphicFrameMk id="19" creationId="{46074B01-2367-4998-AFD2-A487F1DCD03B}"/>
          </ac:graphicFrameMkLst>
        </pc:graphicFrameChg>
        <pc:graphicFrameChg chg="mod modGraphic">
          <ac:chgData name="Goolsby, Deambria D" userId="d2d29d1d-c10f-4166-a7dd-47b764ca3bf6" providerId="ADAL" clId="{CC7649B8-5416-41B0-BE76-E3317C53DC48}" dt="2026-06-10T10:49:36.966" v="8436"/>
          <ac:graphicFrameMkLst>
            <pc:docMk/>
            <pc:sldMk cId="952958851" sldId="2962"/>
            <ac:graphicFrameMk id="24" creationId="{3058A4C9-AF87-70C0-BE39-9F9B564686C8}"/>
          </ac:graphicFrameMkLst>
        </pc:graphicFrameChg>
      </pc:sldChg>
      <pc:sldChg chg="addSp delSp modSp mod modNotesTx">
        <pc:chgData name="Goolsby, Deambria D" userId="d2d29d1d-c10f-4166-a7dd-47b764ca3bf6" providerId="ADAL" clId="{CC7649B8-5416-41B0-BE76-E3317C53DC48}" dt="2026-06-11T14:24:14.084" v="9964" actId="1076"/>
        <pc:sldMkLst>
          <pc:docMk/>
          <pc:sldMk cId="2303208036" sldId="2963"/>
        </pc:sldMkLst>
        <pc:spChg chg="add del mod">
          <ac:chgData name="Goolsby, Deambria D" userId="d2d29d1d-c10f-4166-a7dd-47b764ca3bf6" providerId="ADAL" clId="{CC7649B8-5416-41B0-BE76-E3317C53DC48}" dt="2026-06-11T02:34:38.819" v="9867" actId="478"/>
          <ac:spMkLst>
            <pc:docMk/>
            <pc:sldMk cId="2303208036" sldId="2963"/>
            <ac:spMk id="3" creationId="{60745E94-57F3-F931-F0E6-E876AECA4EBC}"/>
          </ac:spMkLst>
        </pc:spChg>
        <pc:graphicFrameChg chg="add del mod">
          <ac:chgData name="Goolsby, Deambria D" userId="d2d29d1d-c10f-4166-a7dd-47b764ca3bf6" providerId="ADAL" clId="{CC7649B8-5416-41B0-BE76-E3317C53DC48}" dt="2026-06-11T02:34:52.375" v="9868" actId="478"/>
          <ac:graphicFrameMkLst>
            <pc:docMk/>
            <pc:sldMk cId="2303208036" sldId="2963"/>
            <ac:graphicFrameMk id="6" creationId="{FEC25A29-6048-FE04-0E0A-1055383BEC4B}"/>
          </ac:graphicFrameMkLst>
        </pc:graphicFrameChg>
        <pc:picChg chg="add mod">
          <ac:chgData name="Goolsby, Deambria D" userId="d2d29d1d-c10f-4166-a7dd-47b764ca3bf6" providerId="ADAL" clId="{CC7649B8-5416-41B0-BE76-E3317C53DC48}" dt="2026-06-11T14:24:14.084" v="9964" actId="1076"/>
          <ac:picMkLst>
            <pc:docMk/>
            <pc:sldMk cId="2303208036" sldId="2963"/>
            <ac:picMk id="4" creationId="{2E8E5B51-1373-24E7-F861-9B1884D5A0FB}"/>
          </ac:picMkLst>
        </pc:picChg>
        <pc:picChg chg="add del mod">
          <ac:chgData name="Goolsby, Deambria D" userId="d2d29d1d-c10f-4166-a7dd-47b764ca3bf6" providerId="ADAL" clId="{CC7649B8-5416-41B0-BE76-E3317C53DC48}" dt="2026-06-11T14:24:06.233" v="9961" actId="478"/>
          <ac:picMkLst>
            <pc:docMk/>
            <pc:sldMk cId="2303208036" sldId="2963"/>
            <ac:picMk id="5" creationId="{97E4CD20-BA96-E194-5D32-F1EBD57B3490}"/>
          </ac:picMkLst>
        </pc:picChg>
      </pc:sldChg>
      <pc:sldChg chg="addSp delSp modSp mod modNotesTx">
        <pc:chgData name="Goolsby, Deambria D" userId="d2d29d1d-c10f-4166-a7dd-47b764ca3bf6" providerId="ADAL" clId="{CC7649B8-5416-41B0-BE76-E3317C53DC48}" dt="2026-06-11T18:11:42.687" v="11061" actId="1076"/>
        <pc:sldMkLst>
          <pc:docMk/>
          <pc:sldMk cId="4184749463" sldId="2964"/>
        </pc:sldMkLst>
        <pc:spChg chg="add del mod">
          <ac:chgData name="Goolsby, Deambria D" userId="d2d29d1d-c10f-4166-a7dd-47b764ca3bf6" providerId="ADAL" clId="{CC7649B8-5416-41B0-BE76-E3317C53DC48}" dt="2026-06-11T02:35:23.802" v="9876" actId="478"/>
          <ac:spMkLst>
            <pc:docMk/>
            <pc:sldMk cId="4184749463" sldId="2964"/>
            <ac:spMk id="4" creationId="{18B6D301-8B02-2C15-D95C-8183AB04763E}"/>
          </ac:spMkLst>
        </pc:spChg>
        <pc:graphicFrameChg chg="add del mod">
          <ac:chgData name="Goolsby, Deambria D" userId="d2d29d1d-c10f-4166-a7dd-47b764ca3bf6" providerId="ADAL" clId="{CC7649B8-5416-41B0-BE76-E3317C53DC48}" dt="2026-06-11T02:35:14.349" v="9873" actId="478"/>
          <ac:graphicFrameMkLst>
            <pc:docMk/>
            <pc:sldMk cId="4184749463" sldId="2964"/>
            <ac:graphicFrameMk id="3" creationId="{E031FEF6-BC89-2543-B761-6FD17F2B1C33}"/>
          </ac:graphicFrameMkLst>
        </pc:graphicFrameChg>
        <pc:picChg chg="add del mod">
          <ac:chgData name="Goolsby, Deambria D" userId="d2d29d1d-c10f-4166-a7dd-47b764ca3bf6" providerId="ADAL" clId="{CC7649B8-5416-41B0-BE76-E3317C53DC48}" dt="2026-06-11T18:11:04.140" v="11058" actId="478"/>
          <ac:picMkLst>
            <pc:docMk/>
            <pc:sldMk cId="4184749463" sldId="2964"/>
            <ac:picMk id="4" creationId="{CBF69CBB-5395-8D04-BD8E-1C44EA9B953F}"/>
          </ac:picMkLst>
        </pc:picChg>
        <pc:picChg chg="add del mod">
          <ac:chgData name="Goolsby, Deambria D" userId="d2d29d1d-c10f-4166-a7dd-47b764ca3bf6" providerId="ADAL" clId="{CC7649B8-5416-41B0-BE76-E3317C53DC48}" dt="2026-06-11T14:25:00.255" v="9965" actId="478"/>
          <ac:picMkLst>
            <pc:docMk/>
            <pc:sldMk cId="4184749463" sldId="2964"/>
            <ac:picMk id="6" creationId="{66323EF3-8877-4F5C-982D-C7C8FC30A895}"/>
          </ac:picMkLst>
        </pc:picChg>
        <pc:picChg chg="add mod">
          <ac:chgData name="Goolsby, Deambria D" userId="d2d29d1d-c10f-4166-a7dd-47b764ca3bf6" providerId="ADAL" clId="{CC7649B8-5416-41B0-BE76-E3317C53DC48}" dt="2026-06-11T18:11:42.687" v="11061" actId="1076"/>
          <ac:picMkLst>
            <pc:docMk/>
            <pc:sldMk cId="4184749463" sldId="2964"/>
            <ac:picMk id="7" creationId="{B6F20A56-F14E-DC03-488F-67D81B926173}"/>
          </ac:picMkLst>
        </pc:picChg>
      </pc:sldChg>
      <pc:sldChg chg="addSp delSp modSp mod modNotesTx">
        <pc:chgData name="Goolsby, Deambria D" userId="d2d29d1d-c10f-4166-a7dd-47b764ca3bf6" providerId="ADAL" clId="{CC7649B8-5416-41B0-BE76-E3317C53DC48}" dt="2026-06-11T18:11:47.719" v="11062" actId="1076"/>
        <pc:sldMkLst>
          <pc:docMk/>
          <pc:sldMk cId="125504660" sldId="2965"/>
        </pc:sldMkLst>
        <pc:spChg chg="add del mod">
          <ac:chgData name="Goolsby, Deambria D" userId="d2d29d1d-c10f-4166-a7dd-47b764ca3bf6" providerId="ADAL" clId="{CC7649B8-5416-41B0-BE76-E3317C53DC48}" dt="2026-06-11T02:36:05.511" v="9882" actId="478"/>
          <ac:spMkLst>
            <pc:docMk/>
            <pc:sldMk cId="125504660" sldId="2965"/>
            <ac:spMk id="3" creationId="{3956FF05-2630-D9B7-E43D-FFF303E628B9}"/>
          </ac:spMkLst>
        </pc:spChg>
        <pc:graphicFrameChg chg="add del mod">
          <ac:chgData name="Goolsby, Deambria D" userId="d2d29d1d-c10f-4166-a7dd-47b764ca3bf6" providerId="ADAL" clId="{CC7649B8-5416-41B0-BE76-E3317C53DC48}" dt="2026-06-11T02:35:56.046" v="9878" actId="478"/>
          <ac:graphicFrameMkLst>
            <pc:docMk/>
            <pc:sldMk cId="125504660" sldId="2965"/>
            <ac:graphicFrameMk id="4" creationId="{D1E42F9E-AC8B-9D72-479D-1D85240F5103}"/>
          </ac:graphicFrameMkLst>
        </pc:graphicFrameChg>
        <pc:graphicFrameChg chg="add del mod">
          <ac:chgData name="Goolsby, Deambria D" userId="d2d29d1d-c10f-4166-a7dd-47b764ca3bf6" providerId="ADAL" clId="{CC7649B8-5416-41B0-BE76-E3317C53DC48}" dt="2026-06-11T02:36:28.305" v="9887" actId="478"/>
          <ac:graphicFrameMkLst>
            <pc:docMk/>
            <pc:sldMk cId="125504660" sldId="2965"/>
            <ac:graphicFrameMk id="9" creationId="{9805D444-6A8A-A970-385E-583308FFDB91}"/>
          </ac:graphicFrameMkLst>
        </pc:graphicFrameChg>
        <pc:picChg chg="add del mod">
          <ac:chgData name="Goolsby, Deambria D" userId="d2d29d1d-c10f-4166-a7dd-47b764ca3bf6" providerId="ADAL" clId="{CC7649B8-5416-41B0-BE76-E3317C53DC48}" dt="2026-06-11T18:10:35.138" v="11054" actId="478"/>
          <ac:picMkLst>
            <pc:docMk/>
            <pc:sldMk cId="125504660" sldId="2965"/>
            <ac:picMk id="4" creationId="{A520918C-EDE7-2D48-61FF-F06B06C777C7}"/>
          </ac:picMkLst>
        </pc:picChg>
        <pc:picChg chg="add mod">
          <ac:chgData name="Goolsby, Deambria D" userId="d2d29d1d-c10f-4166-a7dd-47b764ca3bf6" providerId="ADAL" clId="{CC7649B8-5416-41B0-BE76-E3317C53DC48}" dt="2026-06-11T18:11:47.719" v="11062" actId="1076"/>
          <ac:picMkLst>
            <pc:docMk/>
            <pc:sldMk cId="125504660" sldId="2965"/>
            <ac:picMk id="6" creationId="{A534164A-9E41-2027-5162-F8EE28C397CB}"/>
          </ac:picMkLst>
        </pc:picChg>
        <pc:picChg chg="add del mod">
          <ac:chgData name="Goolsby, Deambria D" userId="d2d29d1d-c10f-4166-a7dd-47b764ca3bf6" providerId="ADAL" clId="{CC7649B8-5416-41B0-BE76-E3317C53DC48}" dt="2026-06-11T02:36:20.617" v="9883" actId="478"/>
          <ac:picMkLst>
            <pc:docMk/>
            <pc:sldMk cId="125504660" sldId="2965"/>
            <ac:picMk id="6" creationId="{C30D1587-70C0-CB2D-277A-7C6488A77A13}"/>
          </ac:picMkLst>
        </pc:picChg>
        <pc:picChg chg="add del">
          <ac:chgData name="Goolsby, Deambria D" userId="d2d29d1d-c10f-4166-a7dd-47b764ca3bf6" providerId="ADAL" clId="{CC7649B8-5416-41B0-BE76-E3317C53DC48}" dt="2026-06-11T02:36:24.506" v="9885" actId="478"/>
          <ac:picMkLst>
            <pc:docMk/>
            <pc:sldMk cId="125504660" sldId="2965"/>
            <ac:picMk id="8" creationId="{34070570-CB0C-F20C-0B80-AF850531A34A}"/>
          </ac:picMkLst>
        </pc:picChg>
        <pc:picChg chg="add del mod">
          <ac:chgData name="Goolsby, Deambria D" userId="d2d29d1d-c10f-4166-a7dd-47b764ca3bf6" providerId="ADAL" clId="{CC7649B8-5416-41B0-BE76-E3317C53DC48}" dt="2026-06-11T14:25:24.613" v="9968" actId="478"/>
          <ac:picMkLst>
            <pc:docMk/>
            <pc:sldMk cId="125504660" sldId="2965"/>
            <ac:picMk id="12" creationId="{4C69021E-A245-9713-9409-19F2D4FB2001}"/>
          </ac:picMkLst>
        </pc:picChg>
      </pc:sldChg>
      <pc:sldChg chg="addSp delSp modSp mod modShow modNotesTx">
        <pc:chgData name="Goolsby, Deambria D" userId="d2d29d1d-c10f-4166-a7dd-47b764ca3bf6" providerId="ADAL" clId="{CC7649B8-5416-41B0-BE76-E3317C53DC48}" dt="2026-06-11T02:50:01.565" v="9891" actId="729"/>
        <pc:sldMkLst>
          <pc:docMk/>
          <pc:sldMk cId="46369122" sldId="2966"/>
        </pc:sldMkLst>
        <pc:spChg chg="add mod">
          <ac:chgData name="Goolsby, Deambria D" userId="d2d29d1d-c10f-4166-a7dd-47b764ca3bf6" providerId="ADAL" clId="{CC7649B8-5416-41B0-BE76-E3317C53DC48}" dt="2026-06-10T17:19:41.054" v="8831" actId="1076"/>
          <ac:spMkLst>
            <pc:docMk/>
            <pc:sldMk cId="46369122" sldId="2966"/>
            <ac:spMk id="2" creationId="{BE64572F-36D6-D7E4-B875-CBCF7ED38B9D}"/>
          </ac:spMkLst>
        </pc:spChg>
        <pc:graphicFrameChg chg="add mod">
          <ac:chgData name="Goolsby, Deambria D" userId="d2d29d1d-c10f-4166-a7dd-47b764ca3bf6" providerId="ADAL" clId="{CC7649B8-5416-41B0-BE76-E3317C53DC48}" dt="2026-05-14T20:42:24.986" v="7511"/>
          <ac:graphicFrameMkLst>
            <pc:docMk/>
            <pc:sldMk cId="46369122" sldId="2966"/>
            <ac:graphicFrameMk id="4" creationId="{C4361476-FF11-8543-CC3B-22CD98958550}"/>
          </ac:graphicFrameMkLst>
        </pc:graphicFrameChg>
      </pc:sldChg>
      <pc:sldChg chg="addSp delSp modSp mod">
        <pc:chgData name="Goolsby, Deambria D" userId="d2d29d1d-c10f-4166-a7dd-47b764ca3bf6" providerId="ADAL" clId="{CC7649B8-5416-41B0-BE76-E3317C53DC48}" dt="2026-06-11T17:07:10.192" v="10442" actId="20577"/>
        <pc:sldMkLst>
          <pc:docMk/>
          <pc:sldMk cId="680995841" sldId="2967"/>
        </pc:sldMkLst>
        <pc:spChg chg="mod">
          <ac:chgData name="Goolsby, Deambria D" userId="d2d29d1d-c10f-4166-a7dd-47b764ca3bf6" providerId="ADAL" clId="{CC7649B8-5416-41B0-BE76-E3317C53DC48}" dt="2026-06-10T17:51:44.462" v="9080" actId="6549"/>
          <ac:spMkLst>
            <pc:docMk/>
            <pc:sldMk cId="680995841" sldId="2967"/>
            <ac:spMk id="20" creationId="{9CBCD1D5-C4F7-E897-363F-3F3994A15F3E}"/>
          </ac:spMkLst>
        </pc:spChg>
        <pc:spChg chg="add mod">
          <ac:chgData name="Goolsby, Deambria D" userId="d2d29d1d-c10f-4166-a7dd-47b764ca3bf6" providerId="ADAL" clId="{CC7649B8-5416-41B0-BE76-E3317C53DC48}" dt="2026-06-11T17:07:10.192" v="10442" actId="20577"/>
          <ac:spMkLst>
            <pc:docMk/>
            <pc:sldMk cId="680995841" sldId="2967"/>
            <ac:spMk id="22" creationId="{EF680A85-662F-A2E2-D8AE-DF37BA645383}"/>
          </ac:spMkLst>
        </pc:spChg>
        <pc:spChg chg="mod">
          <ac:chgData name="Goolsby, Deambria D" userId="d2d29d1d-c10f-4166-a7dd-47b764ca3bf6" providerId="ADAL" clId="{CC7649B8-5416-41B0-BE76-E3317C53DC48}" dt="2026-06-10T17:49:06.880" v="8900" actId="1036"/>
          <ac:spMkLst>
            <pc:docMk/>
            <pc:sldMk cId="680995841" sldId="2967"/>
            <ac:spMk id="27" creationId="{602BD7AA-3352-4C6E-EBED-520D9D073B20}"/>
          </ac:spMkLst>
        </pc:spChg>
        <pc:spChg chg="mod">
          <ac:chgData name="Goolsby, Deambria D" userId="d2d29d1d-c10f-4166-a7dd-47b764ca3bf6" providerId="ADAL" clId="{CC7649B8-5416-41B0-BE76-E3317C53DC48}" dt="2026-06-10T17:49:58.441" v="9020" actId="20577"/>
          <ac:spMkLst>
            <pc:docMk/>
            <pc:sldMk cId="680995841" sldId="2967"/>
            <ac:spMk id="34" creationId="{2044C376-7AD9-6665-FF74-FA38FF2AF60D}"/>
          </ac:spMkLst>
        </pc:spChg>
        <pc:spChg chg="add del mod">
          <ac:chgData name="Goolsby, Deambria D" userId="d2d29d1d-c10f-4166-a7dd-47b764ca3bf6" providerId="ADAL" clId="{CC7649B8-5416-41B0-BE76-E3317C53DC48}" dt="2026-06-10T17:56:04.183" v="9263" actId="478"/>
          <ac:spMkLst>
            <pc:docMk/>
            <pc:sldMk cId="680995841" sldId="2967"/>
            <ac:spMk id="38" creationId="{E2DF96D7-3683-F3AB-9F5C-09D53F8ED7F4}"/>
          </ac:spMkLst>
        </pc:spChg>
        <pc:spChg chg="add mod">
          <ac:chgData name="Goolsby, Deambria D" userId="d2d29d1d-c10f-4166-a7dd-47b764ca3bf6" providerId="ADAL" clId="{CC7649B8-5416-41B0-BE76-E3317C53DC48}" dt="2026-05-13T15:49:07.714" v="7260" actId="6549"/>
          <ac:spMkLst>
            <pc:docMk/>
            <pc:sldMk cId="680995841" sldId="2967"/>
            <ac:spMk id="39" creationId="{7BF3FB09-1676-E7B2-FA19-52998ADEE94E}"/>
          </ac:spMkLst>
        </pc:spChg>
        <pc:spChg chg="mod">
          <ac:chgData name="Goolsby, Deambria D" userId="d2d29d1d-c10f-4166-a7dd-47b764ca3bf6" providerId="ADAL" clId="{CC7649B8-5416-41B0-BE76-E3317C53DC48}" dt="2026-05-13T14:27:02.582" v="6494" actId="6549"/>
          <ac:spMkLst>
            <pc:docMk/>
            <pc:sldMk cId="680995841" sldId="2967"/>
            <ac:spMk id="69" creationId="{F5E2AC2C-C8E2-53F4-29CE-EBF588954B4A}"/>
          </ac:spMkLst>
        </pc:spChg>
        <pc:spChg chg="mod">
          <ac:chgData name="Goolsby, Deambria D" userId="d2d29d1d-c10f-4166-a7dd-47b764ca3bf6" providerId="ADAL" clId="{CC7649B8-5416-41B0-BE76-E3317C53DC48}" dt="2026-06-11T17:05:23.953" v="10435" actId="554"/>
          <ac:spMkLst>
            <pc:docMk/>
            <pc:sldMk cId="680995841" sldId="2967"/>
            <ac:spMk id="75" creationId="{5BC191F0-9A41-5BB0-54D5-8AA588650DDD}"/>
          </ac:spMkLst>
        </pc:spChg>
        <pc:spChg chg="mod">
          <ac:chgData name="Goolsby, Deambria D" userId="d2d29d1d-c10f-4166-a7dd-47b764ca3bf6" providerId="ADAL" clId="{CC7649B8-5416-41B0-BE76-E3317C53DC48}" dt="2026-06-11T16:52:54.695" v="10018" actId="20577"/>
          <ac:spMkLst>
            <pc:docMk/>
            <pc:sldMk cId="680995841" sldId="2967"/>
            <ac:spMk id="87" creationId="{DF7BD84A-02F4-37A6-85C7-EF18AE876A06}"/>
          </ac:spMkLst>
        </pc:spChg>
        <pc:spChg chg="mod">
          <ac:chgData name="Goolsby, Deambria D" userId="d2d29d1d-c10f-4166-a7dd-47b764ca3bf6" providerId="ADAL" clId="{CC7649B8-5416-41B0-BE76-E3317C53DC48}" dt="2026-06-11T17:05:23.953" v="10435" actId="554"/>
          <ac:spMkLst>
            <pc:docMk/>
            <pc:sldMk cId="680995841" sldId="2967"/>
            <ac:spMk id="88" creationId="{64750447-A9C4-02EA-BD33-F155842A2920}"/>
          </ac:spMkLst>
        </pc:spChg>
        <pc:spChg chg="mod">
          <ac:chgData name="Goolsby, Deambria D" userId="d2d29d1d-c10f-4166-a7dd-47b764ca3bf6" providerId="ADAL" clId="{CC7649B8-5416-41B0-BE76-E3317C53DC48}" dt="2026-06-11T17:05:41.785" v="10437" actId="554"/>
          <ac:spMkLst>
            <pc:docMk/>
            <pc:sldMk cId="680995841" sldId="2967"/>
            <ac:spMk id="92" creationId="{146DF195-E521-1D67-B6AC-A658D3ADCCDA}"/>
          </ac:spMkLst>
        </pc:spChg>
        <pc:spChg chg="mod">
          <ac:chgData name="Goolsby, Deambria D" userId="d2d29d1d-c10f-4166-a7dd-47b764ca3bf6" providerId="ADAL" clId="{CC7649B8-5416-41B0-BE76-E3317C53DC48}" dt="2026-05-13T15:50:15.823" v="7275" actId="20577"/>
          <ac:spMkLst>
            <pc:docMk/>
            <pc:sldMk cId="680995841" sldId="2967"/>
            <ac:spMk id="93" creationId="{5C98D05D-AC45-6E2B-0489-DEB4700985AC}"/>
          </ac:spMkLst>
        </pc:spChg>
        <pc:spChg chg="mod">
          <ac:chgData name="Goolsby, Deambria D" userId="d2d29d1d-c10f-4166-a7dd-47b764ca3bf6" providerId="ADAL" clId="{CC7649B8-5416-41B0-BE76-E3317C53DC48}" dt="2026-06-11T17:05:41.785" v="10437" actId="554"/>
          <ac:spMkLst>
            <pc:docMk/>
            <pc:sldMk cId="680995841" sldId="2967"/>
            <ac:spMk id="109" creationId="{1EFDDA57-D9E3-85DC-206F-C08EC9182297}"/>
          </ac:spMkLst>
        </pc:spChg>
        <pc:spChg chg="mod">
          <ac:chgData name="Goolsby, Deambria D" userId="d2d29d1d-c10f-4166-a7dd-47b764ca3bf6" providerId="ADAL" clId="{CC7649B8-5416-41B0-BE76-E3317C53DC48}" dt="2026-06-10T17:55:10.616" v="9198" actId="6549"/>
          <ac:spMkLst>
            <pc:docMk/>
            <pc:sldMk cId="680995841" sldId="2967"/>
            <ac:spMk id="122" creationId="{3FD7CFB2-F0A0-BCE6-E5D1-2AD46569D5C1}"/>
          </ac:spMkLst>
        </pc:spChg>
        <pc:spChg chg="mod">
          <ac:chgData name="Goolsby, Deambria D" userId="d2d29d1d-c10f-4166-a7dd-47b764ca3bf6" providerId="ADAL" clId="{CC7649B8-5416-41B0-BE76-E3317C53DC48}" dt="2026-06-10T17:55:51.105" v="9262" actId="6549"/>
          <ac:spMkLst>
            <pc:docMk/>
            <pc:sldMk cId="680995841" sldId="2967"/>
            <ac:spMk id="123" creationId="{471B9D62-5587-657C-949D-2C508F279D5C}"/>
          </ac:spMkLst>
        </pc:spChg>
        <pc:spChg chg="mod">
          <ac:chgData name="Goolsby, Deambria D" userId="d2d29d1d-c10f-4166-a7dd-47b764ca3bf6" providerId="ADAL" clId="{CC7649B8-5416-41B0-BE76-E3317C53DC48}" dt="2026-06-10T18:28:02.706" v="9560" actId="14100"/>
          <ac:spMkLst>
            <pc:docMk/>
            <pc:sldMk cId="680995841" sldId="2967"/>
            <ac:spMk id="126" creationId="{D68DA62B-7A49-D2C0-A755-E1108E2CFF41}"/>
          </ac:spMkLst>
        </pc:spChg>
        <pc:spChg chg="mod">
          <ac:chgData name="Goolsby, Deambria D" userId="d2d29d1d-c10f-4166-a7dd-47b764ca3bf6" providerId="ADAL" clId="{CC7649B8-5416-41B0-BE76-E3317C53DC48}" dt="2026-05-13T15:49:34.314" v="7274" actId="20577"/>
          <ac:spMkLst>
            <pc:docMk/>
            <pc:sldMk cId="680995841" sldId="2967"/>
            <ac:spMk id="127" creationId="{635B2FF3-F35D-9D89-AFEC-CCBD3A569660}"/>
          </ac:spMkLst>
        </pc:spChg>
        <pc:spChg chg="mod">
          <ac:chgData name="Goolsby, Deambria D" userId="d2d29d1d-c10f-4166-a7dd-47b764ca3bf6" providerId="ADAL" clId="{CC7649B8-5416-41B0-BE76-E3317C53DC48}" dt="2026-06-10T17:59:31.728" v="9321" actId="1036"/>
          <ac:spMkLst>
            <pc:docMk/>
            <pc:sldMk cId="680995841" sldId="2967"/>
            <ac:spMk id="129" creationId="{B881405C-CF99-8E4E-B6B8-75A1A3FAFC7D}"/>
          </ac:spMkLst>
        </pc:spChg>
        <pc:cxnChg chg="mod">
          <ac:chgData name="Goolsby, Deambria D" userId="d2d29d1d-c10f-4166-a7dd-47b764ca3bf6" providerId="ADAL" clId="{CC7649B8-5416-41B0-BE76-E3317C53DC48}" dt="2026-06-10T17:49:33.533" v="8973" actId="1036"/>
          <ac:cxnSpMkLst>
            <pc:docMk/>
            <pc:sldMk cId="680995841" sldId="2967"/>
            <ac:cxnSpMk id="46" creationId="{5478FEF6-3C67-B1AA-8D66-F8718CDCAAC0}"/>
          </ac:cxnSpMkLst>
        </pc:cxnChg>
        <pc:cxnChg chg="mod">
          <ac:chgData name="Goolsby, Deambria D" userId="d2d29d1d-c10f-4166-a7dd-47b764ca3bf6" providerId="ADAL" clId="{CC7649B8-5416-41B0-BE76-E3317C53DC48}" dt="2026-06-11T17:05:09.519" v="10434" actId="1035"/>
          <ac:cxnSpMkLst>
            <pc:docMk/>
            <pc:sldMk cId="680995841" sldId="2967"/>
            <ac:cxnSpMk id="47" creationId="{87892EEE-8ACF-D1C5-228C-01718212E93C}"/>
          </ac:cxnSpMkLst>
        </pc:cxnChg>
        <pc:cxnChg chg="mod">
          <ac:chgData name="Goolsby, Deambria D" userId="d2d29d1d-c10f-4166-a7dd-47b764ca3bf6" providerId="ADAL" clId="{CC7649B8-5416-41B0-BE76-E3317C53DC48}" dt="2026-05-13T15:38:16.996" v="6990" actId="1036"/>
          <ac:cxnSpMkLst>
            <pc:docMk/>
            <pc:sldMk cId="680995841" sldId="2967"/>
            <ac:cxnSpMk id="49" creationId="{5D0A5135-ECD0-E1E3-236C-D4C3222D4585}"/>
          </ac:cxnSpMkLst>
        </pc:cxnChg>
        <pc:cxnChg chg="mod">
          <ac:chgData name="Goolsby, Deambria D" userId="d2d29d1d-c10f-4166-a7dd-47b764ca3bf6" providerId="ADAL" clId="{CC7649B8-5416-41B0-BE76-E3317C53DC48}" dt="2026-05-13T15:40:37.691" v="7114" actId="1036"/>
          <ac:cxnSpMkLst>
            <pc:docMk/>
            <pc:sldMk cId="680995841" sldId="2967"/>
            <ac:cxnSpMk id="51" creationId="{A9AFA514-6781-98A5-FA4B-959EB685B660}"/>
          </ac:cxnSpMkLst>
        </pc:cxnChg>
        <pc:cxnChg chg="add del mod">
          <ac:chgData name="Goolsby, Deambria D" userId="d2d29d1d-c10f-4166-a7dd-47b764ca3bf6" providerId="ADAL" clId="{CC7649B8-5416-41B0-BE76-E3317C53DC48}" dt="2026-06-10T18:01:05.694" v="9459" actId="478"/>
          <ac:cxnSpMkLst>
            <pc:docMk/>
            <pc:sldMk cId="680995841" sldId="2967"/>
            <ac:cxnSpMk id="74" creationId="{C48A09A4-54CA-6B51-367D-1FA4844511DE}"/>
          </ac:cxnSpMkLst>
        </pc:cxnChg>
        <pc:cxnChg chg="mod">
          <ac:chgData name="Goolsby, Deambria D" userId="d2d29d1d-c10f-4166-a7dd-47b764ca3bf6" providerId="ADAL" clId="{CC7649B8-5416-41B0-BE76-E3317C53DC48}" dt="2026-06-10T17:49:28.269" v="8969" actId="1036"/>
          <ac:cxnSpMkLst>
            <pc:docMk/>
            <pc:sldMk cId="680995841" sldId="2967"/>
            <ac:cxnSpMk id="89" creationId="{235ED480-1F15-A10B-0EA8-3E95526159D4}"/>
          </ac:cxnSpMkLst>
        </pc:cxnChg>
        <pc:cxnChg chg="mod">
          <ac:chgData name="Goolsby, Deambria D" userId="d2d29d1d-c10f-4166-a7dd-47b764ca3bf6" providerId="ADAL" clId="{CC7649B8-5416-41B0-BE76-E3317C53DC48}" dt="2026-06-11T17:05:33.680" v="10436" actId="554"/>
          <ac:cxnSpMkLst>
            <pc:docMk/>
            <pc:sldMk cId="680995841" sldId="2967"/>
            <ac:cxnSpMk id="91" creationId="{E4176144-D61E-61C6-10CF-D0FD7DB894EF}"/>
          </ac:cxnSpMkLst>
        </pc:cxnChg>
        <pc:cxnChg chg="mod">
          <ac:chgData name="Goolsby, Deambria D" userId="d2d29d1d-c10f-4166-a7dd-47b764ca3bf6" providerId="ADAL" clId="{CC7649B8-5416-41B0-BE76-E3317C53DC48}" dt="2026-05-13T15:37:54.092" v="6939" actId="1036"/>
          <ac:cxnSpMkLst>
            <pc:docMk/>
            <pc:sldMk cId="680995841" sldId="2967"/>
            <ac:cxnSpMk id="94" creationId="{D0721B8E-5F6F-6DD4-B29F-646735A695B7}"/>
          </ac:cxnSpMkLst>
        </pc:cxnChg>
        <pc:cxnChg chg="mod">
          <ac:chgData name="Goolsby, Deambria D" userId="d2d29d1d-c10f-4166-a7dd-47b764ca3bf6" providerId="ADAL" clId="{CC7649B8-5416-41B0-BE76-E3317C53DC48}" dt="2026-06-10T17:59:37.713" v="9333" actId="1035"/>
          <ac:cxnSpMkLst>
            <pc:docMk/>
            <pc:sldMk cId="680995841" sldId="2967"/>
            <ac:cxnSpMk id="103" creationId="{13C79D18-29DE-9566-92EB-7FD320649D15}"/>
          </ac:cxnSpMkLst>
        </pc:cxnChg>
        <pc:cxnChg chg="mod">
          <ac:chgData name="Goolsby, Deambria D" userId="d2d29d1d-c10f-4166-a7dd-47b764ca3bf6" providerId="ADAL" clId="{CC7649B8-5416-41B0-BE76-E3317C53DC48}" dt="2026-06-11T17:05:33.680" v="10436" actId="554"/>
          <ac:cxnSpMkLst>
            <pc:docMk/>
            <pc:sldMk cId="680995841" sldId="2967"/>
            <ac:cxnSpMk id="108" creationId="{5FF5562B-F7DF-B84C-F37E-881FE84F1857}"/>
          </ac:cxnSpMkLst>
        </pc:cxnChg>
      </pc:sldChg>
      <pc:sldChg chg="addSp delSp modSp mod">
        <pc:chgData name="Goolsby, Deambria D" userId="d2d29d1d-c10f-4166-a7dd-47b764ca3bf6" providerId="ADAL" clId="{CC7649B8-5416-41B0-BE76-E3317C53DC48}" dt="2026-06-11T17:24:43.696" v="10824" actId="20577"/>
        <pc:sldMkLst>
          <pc:docMk/>
          <pc:sldMk cId="530502493" sldId="2969"/>
        </pc:sldMkLst>
        <pc:spChg chg="add mod">
          <ac:chgData name="Goolsby, Deambria D" userId="d2d29d1d-c10f-4166-a7dd-47b764ca3bf6" providerId="ADAL" clId="{CC7649B8-5416-41B0-BE76-E3317C53DC48}" dt="2026-06-10T11:06:41.688" v="8689" actId="1035"/>
          <ac:spMkLst>
            <pc:docMk/>
            <pc:sldMk cId="530502493" sldId="2969"/>
            <ac:spMk id="4" creationId="{393A8866-771F-8F72-03C9-3F42088ED9BD}"/>
          </ac:spMkLst>
        </pc:spChg>
        <pc:spChg chg="add del mod">
          <ac:chgData name="Goolsby, Deambria D" userId="d2d29d1d-c10f-4166-a7dd-47b764ca3bf6" providerId="ADAL" clId="{CC7649B8-5416-41B0-BE76-E3317C53DC48}" dt="2026-06-10T11:06:41.688" v="8689" actId="1035"/>
          <ac:spMkLst>
            <pc:docMk/>
            <pc:sldMk cId="530502493" sldId="2969"/>
            <ac:spMk id="7" creationId="{9800C434-CCE5-1608-4032-A2FCA72845C0}"/>
          </ac:spMkLst>
        </pc:spChg>
        <pc:spChg chg="add mod">
          <ac:chgData name="Goolsby, Deambria D" userId="d2d29d1d-c10f-4166-a7dd-47b764ca3bf6" providerId="ADAL" clId="{CC7649B8-5416-41B0-BE76-E3317C53DC48}" dt="2026-06-10T11:06:41.688" v="8689" actId="1035"/>
          <ac:spMkLst>
            <pc:docMk/>
            <pc:sldMk cId="530502493" sldId="2969"/>
            <ac:spMk id="8" creationId="{0F23D95E-BE0B-D43A-2556-47390DF621C9}"/>
          </ac:spMkLst>
        </pc:spChg>
        <pc:spChg chg="add del mod">
          <ac:chgData name="Goolsby, Deambria D" userId="d2d29d1d-c10f-4166-a7dd-47b764ca3bf6" providerId="ADAL" clId="{CC7649B8-5416-41B0-BE76-E3317C53DC48}" dt="2026-06-10T11:01:45.198" v="8577"/>
          <ac:spMkLst>
            <pc:docMk/>
            <pc:sldMk cId="530502493" sldId="2969"/>
            <ac:spMk id="9" creationId="{FD174274-B548-450C-D127-3605617E2E35}"/>
          </ac:spMkLst>
        </pc:spChg>
        <pc:spChg chg="add del mod">
          <ac:chgData name="Goolsby, Deambria D" userId="d2d29d1d-c10f-4166-a7dd-47b764ca3bf6" providerId="ADAL" clId="{CC7649B8-5416-41B0-BE76-E3317C53DC48}" dt="2026-06-10T11:06:44.364" v="8690" actId="478"/>
          <ac:spMkLst>
            <pc:docMk/>
            <pc:sldMk cId="530502493" sldId="2969"/>
            <ac:spMk id="10" creationId="{BDE11A1A-6199-B05F-FBD7-DFFB720DCBDC}"/>
          </ac:spMkLst>
        </pc:spChg>
        <pc:spChg chg="add mod">
          <ac:chgData name="Goolsby, Deambria D" userId="d2d29d1d-c10f-4166-a7dd-47b764ca3bf6" providerId="ADAL" clId="{CC7649B8-5416-41B0-BE76-E3317C53DC48}" dt="2026-06-11T17:24:14.482" v="10800" actId="20577"/>
          <ac:spMkLst>
            <pc:docMk/>
            <pc:sldMk cId="530502493" sldId="2969"/>
            <ac:spMk id="11" creationId="{4D04BB2E-3E67-BB58-2C1F-E8465BB68C46}"/>
          </ac:spMkLst>
        </pc:spChg>
        <pc:spChg chg="add del mod">
          <ac:chgData name="Goolsby, Deambria D" userId="d2d29d1d-c10f-4166-a7dd-47b764ca3bf6" providerId="ADAL" clId="{CC7649B8-5416-41B0-BE76-E3317C53DC48}" dt="2026-06-10T11:01:15.942" v="8569" actId="478"/>
          <ac:spMkLst>
            <pc:docMk/>
            <pc:sldMk cId="530502493" sldId="2969"/>
            <ac:spMk id="11" creationId="{C43D576D-EB3C-4EF4-7B90-FE29D5237419}"/>
          </ac:spMkLst>
        </pc:spChg>
        <pc:spChg chg="add mod">
          <ac:chgData name="Goolsby, Deambria D" userId="d2d29d1d-c10f-4166-a7dd-47b764ca3bf6" providerId="ADAL" clId="{CC7649B8-5416-41B0-BE76-E3317C53DC48}" dt="2026-06-11T17:24:43.696" v="10824" actId="20577"/>
          <ac:spMkLst>
            <pc:docMk/>
            <pc:sldMk cId="530502493" sldId="2969"/>
            <ac:spMk id="12" creationId="{D3DF4108-2771-9BB7-0328-7E91192AEDD8}"/>
          </ac:spMkLst>
        </pc:spChg>
        <pc:spChg chg="add mod">
          <ac:chgData name="Goolsby, Deambria D" userId="d2d29d1d-c10f-4166-a7dd-47b764ca3bf6" providerId="ADAL" clId="{CC7649B8-5416-41B0-BE76-E3317C53DC48}" dt="2026-06-10T11:06:41.688" v="8689" actId="1035"/>
          <ac:spMkLst>
            <pc:docMk/>
            <pc:sldMk cId="530502493" sldId="2969"/>
            <ac:spMk id="13" creationId="{6A4A69A6-2BA4-6054-FBDB-ABE6F3239839}"/>
          </ac:spMkLst>
        </pc:spChg>
        <pc:spChg chg="add mod">
          <ac:chgData name="Goolsby, Deambria D" userId="d2d29d1d-c10f-4166-a7dd-47b764ca3bf6" providerId="ADAL" clId="{CC7649B8-5416-41B0-BE76-E3317C53DC48}" dt="2026-06-10T11:06:41.688" v="8689" actId="1035"/>
          <ac:spMkLst>
            <pc:docMk/>
            <pc:sldMk cId="530502493" sldId="2969"/>
            <ac:spMk id="14" creationId="{F0F2D48C-0D1F-BAAB-7439-289E040B8E7C}"/>
          </ac:spMkLst>
        </pc:spChg>
        <pc:spChg chg="add mod">
          <ac:chgData name="Goolsby, Deambria D" userId="d2d29d1d-c10f-4166-a7dd-47b764ca3bf6" providerId="ADAL" clId="{CC7649B8-5416-41B0-BE76-E3317C53DC48}" dt="2026-06-10T11:06:41.688" v="8689" actId="1035"/>
          <ac:spMkLst>
            <pc:docMk/>
            <pc:sldMk cId="530502493" sldId="2969"/>
            <ac:spMk id="15" creationId="{43D96217-53C2-636A-D9B7-03A17BBE766D}"/>
          </ac:spMkLst>
        </pc:spChg>
        <pc:spChg chg="add mod">
          <ac:chgData name="Goolsby, Deambria D" userId="d2d29d1d-c10f-4166-a7dd-47b764ca3bf6" providerId="ADAL" clId="{CC7649B8-5416-41B0-BE76-E3317C53DC48}" dt="2026-06-10T11:06:41.688" v="8689" actId="1035"/>
          <ac:spMkLst>
            <pc:docMk/>
            <pc:sldMk cId="530502493" sldId="2969"/>
            <ac:spMk id="18" creationId="{48DDEEFD-4993-1616-11E2-B53F403A8236}"/>
          </ac:spMkLst>
        </pc:spChg>
        <pc:spChg chg="add mod">
          <ac:chgData name="Goolsby, Deambria D" userId="d2d29d1d-c10f-4166-a7dd-47b764ca3bf6" providerId="ADAL" clId="{CC7649B8-5416-41B0-BE76-E3317C53DC48}" dt="2026-06-10T11:06:41.688" v="8689" actId="1035"/>
          <ac:spMkLst>
            <pc:docMk/>
            <pc:sldMk cId="530502493" sldId="2969"/>
            <ac:spMk id="19" creationId="{B61DDA80-1325-7043-138C-E5DA03BAAA92}"/>
          </ac:spMkLst>
        </pc:spChg>
        <pc:spChg chg="mod">
          <ac:chgData name="Goolsby, Deambria D" userId="d2d29d1d-c10f-4166-a7dd-47b764ca3bf6" providerId="ADAL" clId="{CC7649B8-5416-41B0-BE76-E3317C53DC48}" dt="2026-06-10T19:27:47.485" v="9791" actId="1076"/>
          <ac:spMkLst>
            <pc:docMk/>
            <pc:sldMk cId="530502493" sldId="2969"/>
            <ac:spMk id="22" creationId="{E082F475-14A4-06CA-3A5E-05AD1EEA91C0}"/>
          </ac:spMkLst>
        </pc:spChg>
        <pc:graphicFrameChg chg="add mod">
          <ac:chgData name="Goolsby, Deambria D" userId="d2d29d1d-c10f-4166-a7dd-47b764ca3bf6" providerId="ADAL" clId="{CC7649B8-5416-41B0-BE76-E3317C53DC48}" dt="2026-06-10T22:10:05.534" v="9827" actId="1076"/>
          <ac:graphicFrameMkLst>
            <pc:docMk/>
            <pc:sldMk cId="530502493" sldId="2969"/>
            <ac:graphicFrameMk id="5" creationId="{9284DBAF-CED7-3144-8477-3B72647E4D22}"/>
          </ac:graphicFrameMkLst>
        </pc:graphicFrameChg>
        <pc:graphicFrameChg chg="add del mod">
          <ac:chgData name="Goolsby, Deambria D" userId="d2d29d1d-c10f-4166-a7dd-47b764ca3bf6" providerId="ADAL" clId="{CC7649B8-5416-41B0-BE76-E3317C53DC48}" dt="2026-06-10T11:03:54.057" v="8629" actId="478"/>
          <ac:graphicFrameMkLst>
            <pc:docMk/>
            <pc:sldMk cId="530502493" sldId="2969"/>
            <ac:graphicFrameMk id="5" creationId="{BD70F2A7-026B-4263-A081-B6CA17136B69}"/>
          </ac:graphicFrameMkLst>
        </pc:graphicFrameChg>
        <pc:graphicFrameChg chg="add del mod">
          <ac:chgData name="Goolsby, Deambria D" userId="d2d29d1d-c10f-4166-a7dd-47b764ca3bf6" providerId="ADAL" clId="{CC7649B8-5416-41B0-BE76-E3317C53DC48}" dt="2026-06-10T11:04:14.401" v="8636" actId="478"/>
          <ac:graphicFrameMkLst>
            <pc:docMk/>
            <pc:sldMk cId="530502493" sldId="2969"/>
            <ac:graphicFrameMk id="6" creationId="{62412AE6-0AEB-4243-8A22-DEED1CC46A16}"/>
          </ac:graphicFrameMkLst>
        </pc:graphicFrameChg>
        <pc:graphicFrameChg chg="add del mod">
          <ac:chgData name="Goolsby, Deambria D" userId="d2d29d1d-c10f-4166-a7dd-47b764ca3bf6" providerId="ADAL" clId="{CC7649B8-5416-41B0-BE76-E3317C53DC48}" dt="2026-06-10T11:00:52.983" v="8537" actId="1076"/>
          <ac:graphicFrameMkLst>
            <pc:docMk/>
            <pc:sldMk cId="530502493" sldId="2969"/>
            <ac:graphicFrameMk id="12" creationId="{09B9ED2F-E13E-34A4-4BD6-B30C3803F227}"/>
          </ac:graphicFrameMkLst>
        </pc:graphicFrameChg>
        <pc:graphicFrameChg chg="add del mod">
          <ac:chgData name="Goolsby, Deambria D" userId="d2d29d1d-c10f-4166-a7dd-47b764ca3bf6" providerId="ADAL" clId="{CC7649B8-5416-41B0-BE76-E3317C53DC48}" dt="2026-06-10T11:03:44.070" v="8628" actId="478"/>
          <ac:graphicFrameMkLst>
            <pc:docMk/>
            <pc:sldMk cId="530502493" sldId="2969"/>
            <ac:graphicFrameMk id="17" creationId="{9657BF2B-30DD-0223-0FB4-A2FDBB51F07C}"/>
          </ac:graphicFrameMkLst>
        </pc:graphicFrameChg>
        <pc:graphicFrameChg chg="add del mod modGraphic">
          <ac:chgData name="Goolsby, Deambria D" userId="d2d29d1d-c10f-4166-a7dd-47b764ca3bf6" providerId="ADAL" clId="{CC7649B8-5416-41B0-BE76-E3317C53DC48}" dt="2026-06-10T11:03:31.913" v="8621" actId="1076"/>
          <ac:graphicFrameMkLst>
            <pc:docMk/>
            <pc:sldMk cId="530502493" sldId="2969"/>
            <ac:graphicFrameMk id="20" creationId="{DF547319-57DC-22AB-9D19-4A9C200C6F0C}"/>
          </ac:graphicFrameMkLst>
        </pc:graphicFrameChg>
        <pc:graphicFrameChg chg="add del mod">
          <ac:chgData name="Goolsby, Deambria D" userId="d2d29d1d-c10f-4166-a7dd-47b764ca3bf6" providerId="ADAL" clId="{CC7649B8-5416-41B0-BE76-E3317C53DC48}" dt="2026-06-10T11:03:29.901" v="8619" actId="1076"/>
          <ac:graphicFrameMkLst>
            <pc:docMk/>
            <pc:sldMk cId="530502493" sldId="2969"/>
            <ac:graphicFrameMk id="24" creationId="{5665D7AC-8BAB-C2B4-C7A9-3EAD505FE03B}"/>
          </ac:graphicFrameMkLst>
        </pc:graphicFrameChg>
        <pc:graphicFrameChg chg="add del mod">
          <ac:chgData name="Goolsby, Deambria D" userId="d2d29d1d-c10f-4166-a7dd-47b764ca3bf6" providerId="ADAL" clId="{CC7649B8-5416-41B0-BE76-E3317C53DC48}" dt="2026-06-10T11:00:55.860" v="8539" actId="478"/>
          <ac:graphicFrameMkLst>
            <pc:docMk/>
            <pc:sldMk cId="530502493" sldId="2969"/>
            <ac:graphicFrameMk id="25" creationId="{E4560465-0B14-D1D1-0C39-025549CC1D9B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0T11:07:08.864" v="8696" actId="14100"/>
          <ac:graphicFrameMkLst>
            <pc:docMk/>
            <pc:sldMk cId="530502493" sldId="2969"/>
            <ac:graphicFrameMk id="26" creationId="{BD70F2A7-026B-4263-A081-B6CA17136B69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0T11:07:25.579" v="8709" actId="14100"/>
          <ac:graphicFrameMkLst>
            <pc:docMk/>
            <pc:sldMk cId="530502493" sldId="2969"/>
            <ac:graphicFrameMk id="27" creationId="{62412AE6-0AEB-4243-8A22-DEED1CC46A16}"/>
          </ac:graphicFrameMkLst>
        </pc:graphicFrameChg>
        <pc:graphicFrameChg chg="add del mod modGraphic">
          <ac:chgData name="Goolsby, Deambria D" userId="d2d29d1d-c10f-4166-a7dd-47b764ca3bf6" providerId="ADAL" clId="{CC7649B8-5416-41B0-BE76-E3317C53DC48}" dt="2026-06-10T11:06:13.298" v="8672" actId="478"/>
          <ac:graphicFrameMkLst>
            <pc:docMk/>
            <pc:sldMk cId="530502493" sldId="2969"/>
            <ac:graphicFrameMk id="28" creationId="{30D92952-B062-4D27-E763-512F6458C3B8}"/>
          </ac:graphicFrameMkLst>
        </pc:graphicFrameChg>
        <pc:graphicFrameChg chg="add del mod modGraphic">
          <ac:chgData name="Goolsby, Deambria D" userId="d2d29d1d-c10f-4166-a7dd-47b764ca3bf6" providerId="ADAL" clId="{CC7649B8-5416-41B0-BE76-E3317C53DC48}" dt="2026-06-10T11:06:13.298" v="8672" actId="478"/>
          <ac:graphicFrameMkLst>
            <pc:docMk/>
            <pc:sldMk cId="530502493" sldId="2969"/>
            <ac:graphicFrameMk id="29" creationId="{BAFAD4BB-F62F-5C4F-6EBE-B885FBBC3834}"/>
          </ac:graphicFrameMkLst>
        </pc:graphicFrameChg>
        <pc:graphicFrameChg chg="add del mod">
          <ac:chgData name="Goolsby, Deambria D" userId="d2d29d1d-c10f-4166-a7dd-47b764ca3bf6" providerId="ADAL" clId="{CC7649B8-5416-41B0-BE76-E3317C53DC48}" dt="2026-06-11T12:22:53.296" v="9916" actId="478"/>
          <ac:graphicFrameMkLst>
            <pc:docMk/>
            <pc:sldMk cId="530502493" sldId="2969"/>
            <ac:graphicFrameMk id="30" creationId="{250A2900-ED5F-4F02-343A-439FAE38C348}"/>
          </ac:graphicFrameMkLst>
        </pc:graphicFrameChg>
        <pc:picChg chg="add del mod">
          <ac:chgData name="Goolsby, Deambria D" userId="d2d29d1d-c10f-4166-a7dd-47b764ca3bf6" providerId="ADAL" clId="{CC7649B8-5416-41B0-BE76-E3317C53DC48}" dt="2026-06-11T12:47:31.152" v="9930" actId="478"/>
          <ac:picMkLst>
            <pc:docMk/>
            <pc:sldMk cId="530502493" sldId="2969"/>
            <ac:picMk id="6" creationId="{0B0212CF-9F25-9890-38B1-4E71FF27FA6A}"/>
          </ac:picMkLst>
        </pc:picChg>
        <pc:picChg chg="add mod">
          <ac:chgData name="Goolsby, Deambria D" userId="d2d29d1d-c10f-4166-a7dd-47b764ca3bf6" providerId="ADAL" clId="{CC7649B8-5416-41B0-BE76-E3317C53DC48}" dt="2026-06-11T12:47:45.445" v="9935" actId="14100"/>
          <ac:picMkLst>
            <pc:docMk/>
            <pc:sldMk cId="530502493" sldId="2969"/>
            <ac:picMk id="10" creationId="{DE291598-2556-16D6-4D85-6331C857E091}"/>
          </ac:picMkLst>
        </pc:picChg>
      </pc:sldChg>
      <pc:sldChg chg="addSp delSp modSp mod">
        <pc:chgData name="Goolsby, Deambria D" userId="d2d29d1d-c10f-4166-a7dd-47b764ca3bf6" providerId="ADAL" clId="{CC7649B8-5416-41B0-BE76-E3317C53DC48}" dt="2026-06-11T18:28:45.391" v="11333" actId="1076"/>
        <pc:sldMkLst>
          <pc:docMk/>
          <pc:sldMk cId="1198776592" sldId="2970"/>
        </pc:sldMkLst>
        <pc:spChg chg="add del mod">
          <ac:chgData name="Goolsby, Deambria D" userId="d2d29d1d-c10f-4166-a7dd-47b764ca3bf6" providerId="ADAL" clId="{CC7649B8-5416-41B0-BE76-E3317C53DC48}" dt="2026-06-11T16:44:41.463" v="9983" actId="478"/>
          <ac:spMkLst>
            <pc:docMk/>
            <pc:sldMk cId="1198776592" sldId="2970"/>
            <ac:spMk id="3" creationId="{1685173F-91C3-D5CC-76F9-2111E2A1898D}"/>
          </ac:spMkLst>
        </pc:spChg>
        <pc:spChg chg="add mod">
          <ac:chgData name="Goolsby, Deambria D" userId="d2d29d1d-c10f-4166-a7dd-47b764ca3bf6" providerId="ADAL" clId="{CC7649B8-5416-41B0-BE76-E3317C53DC48}" dt="2026-06-11T18:28:45.391" v="11333" actId="1076"/>
          <ac:spMkLst>
            <pc:docMk/>
            <pc:sldMk cId="1198776592" sldId="2970"/>
            <ac:spMk id="9" creationId="{89540A59-0B7B-588B-6D5D-37DA6071A2EF}"/>
          </ac:spMkLst>
        </pc:spChg>
        <pc:graphicFrameChg chg="add del mod">
          <ac:chgData name="Goolsby, Deambria D" userId="d2d29d1d-c10f-4166-a7dd-47b764ca3bf6" providerId="ADAL" clId="{CC7649B8-5416-41B0-BE76-E3317C53DC48}" dt="2026-06-11T16:45:00.474" v="9984" actId="478"/>
          <ac:graphicFrameMkLst>
            <pc:docMk/>
            <pc:sldMk cId="1198776592" sldId="2970"/>
            <ac:graphicFrameMk id="7" creationId="{4AD0808E-FE33-3A1D-A55B-D1661648AEB9}"/>
          </ac:graphicFrameMkLst>
        </pc:graphicFrameChg>
        <pc:picChg chg="add del mod">
          <ac:chgData name="Goolsby, Deambria D" userId="d2d29d1d-c10f-4166-a7dd-47b764ca3bf6" providerId="ADAL" clId="{CC7649B8-5416-41B0-BE76-E3317C53DC48}" dt="2026-06-11T16:45:20.350" v="9988" actId="478"/>
          <ac:picMkLst>
            <pc:docMk/>
            <pc:sldMk cId="1198776592" sldId="2970"/>
            <ac:picMk id="5" creationId="{E8828242-1772-E85C-7EC3-AFD7212F43DA}"/>
          </ac:picMkLst>
        </pc:picChg>
        <pc:picChg chg="add mod">
          <ac:chgData name="Goolsby, Deambria D" userId="d2d29d1d-c10f-4166-a7dd-47b764ca3bf6" providerId="ADAL" clId="{CC7649B8-5416-41B0-BE76-E3317C53DC48}" dt="2026-06-11T17:18:37.156" v="10692" actId="1076"/>
          <ac:picMkLst>
            <pc:docMk/>
            <pc:sldMk cId="1198776592" sldId="2970"/>
            <ac:picMk id="8" creationId="{279D3585-0E0F-63FF-3559-BCA42F67CC56}"/>
          </ac:picMkLst>
        </pc:picChg>
      </pc:sldChg>
      <pc:sldChg chg="addSp delSp modSp mod modNotesTx">
        <pc:chgData name="Goolsby, Deambria D" userId="d2d29d1d-c10f-4166-a7dd-47b764ca3bf6" providerId="ADAL" clId="{CC7649B8-5416-41B0-BE76-E3317C53DC48}" dt="2026-06-11T18:30:10.176" v="11365" actId="20577"/>
        <pc:sldMkLst>
          <pc:docMk/>
          <pc:sldMk cId="1632070925" sldId="2971"/>
        </pc:sldMkLst>
        <pc:spChg chg="add del mod">
          <ac:chgData name="Goolsby, Deambria D" userId="d2d29d1d-c10f-4166-a7dd-47b764ca3bf6" providerId="ADAL" clId="{CC7649B8-5416-41B0-BE76-E3317C53DC48}" dt="2026-06-10T11:08:09.101" v="8710" actId="478"/>
          <ac:spMkLst>
            <pc:docMk/>
            <pc:sldMk cId="1632070925" sldId="2971"/>
            <ac:spMk id="2" creationId="{C7F40289-130E-3D07-655B-5E108FAEE434}"/>
          </ac:spMkLst>
        </pc:spChg>
        <pc:spChg chg="add mod">
          <ac:chgData name="Goolsby, Deambria D" userId="d2d29d1d-c10f-4166-a7dd-47b764ca3bf6" providerId="ADAL" clId="{CC7649B8-5416-41B0-BE76-E3317C53DC48}" dt="2026-06-11T17:43:50.452" v="11020" actId="14100"/>
          <ac:spMkLst>
            <pc:docMk/>
            <pc:sldMk cId="1632070925" sldId="2971"/>
            <ac:spMk id="7" creationId="{E53D7018-EEC1-5626-5ADA-9F70F109C6A5}"/>
          </ac:spMkLst>
        </pc:spChg>
        <pc:spChg chg="add mod">
          <ac:chgData name="Goolsby, Deambria D" userId="d2d29d1d-c10f-4166-a7dd-47b764ca3bf6" providerId="ADAL" clId="{CC7649B8-5416-41B0-BE76-E3317C53DC48}" dt="2026-06-10T11:13:10.663" v="8764" actId="14100"/>
          <ac:spMkLst>
            <pc:docMk/>
            <pc:sldMk cId="1632070925" sldId="2971"/>
            <ac:spMk id="8" creationId="{4FCC70FB-FF54-128F-FED5-7ACC1C8DD28F}"/>
          </ac:spMkLst>
        </pc:spChg>
        <pc:spChg chg="add mod">
          <ac:chgData name="Goolsby, Deambria D" userId="d2d29d1d-c10f-4166-a7dd-47b764ca3bf6" providerId="ADAL" clId="{CC7649B8-5416-41B0-BE76-E3317C53DC48}" dt="2026-06-11T17:40:06.365" v="10928" actId="552"/>
          <ac:spMkLst>
            <pc:docMk/>
            <pc:sldMk cId="1632070925" sldId="2971"/>
            <ac:spMk id="9" creationId="{BF5F987A-A7AC-99C0-7EB5-97EA5E83715A}"/>
          </ac:spMkLst>
        </pc:spChg>
        <pc:spChg chg="add mod">
          <ac:chgData name="Goolsby, Deambria D" userId="d2d29d1d-c10f-4166-a7dd-47b764ca3bf6" providerId="ADAL" clId="{CC7649B8-5416-41B0-BE76-E3317C53DC48}" dt="2026-06-11T17:43:40.779" v="11019" actId="1036"/>
          <ac:spMkLst>
            <pc:docMk/>
            <pc:sldMk cId="1632070925" sldId="2971"/>
            <ac:spMk id="10" creationId="{E28754D1-4F11-51B7-DD83-01A6463FC7A0}"/>
          </ac:spMkLst>
        </pc:spChg>
        <pc:spChg chg="add mod">
          <ac:chgData name="Goolsby, Deambria D" userId="d2d29d1d-c10f-4166-a7dd-47b764ca3bf6" providerId="ADAL" clId="{CC7649B8-5416-41B0-BE76-E3317C53DC48}" dt="2026-06-11T17:43:40.779" v="11019" actId="1036"/>
          <ac:spMkLst>
            <pc:docMk/>
            <pc:sldMk cId="1632070925" sldId="2971"/>
            <ac:spMk id="11" creationId="{8859CB36-3839-A690-948B-5D6B4BC7A574}"/>
          </ac:spMkLst>
        </pc:spChg>
        <pc:spChg chg="add mod">
          <ac:chgData name="Goolsby, Deambria D" userId="d2d29d1d-c10f-4166-a7dd-47b764ca3bf6" providerId="ADAL" clId="{CC7649B8-5416-41B0-BE76-E3317C53DC48}" dt="2026-06-11T17:43:40.779" v="11019" actId="1036"/>
          <ac:spMkLst>
            <pc:docMk/>
            <pc:sldMk cId="1632070925" sldId="2971"/>
            <ac:spMk id="12" creationId="{38C79EC7-81C5-BEB6-3AD3-2E078E483D94}"/>
          </ac:spMkLst>
        </pc:spChg>
        <pc:spChg chg="add mod">
          <ac:chgData name="Goolsby, Deambria D" userId="d2d29d1d-c10f-4166-a7dd-47b764ca3bf6" providerId="ADAL" clId="{CC7649B8-5416-41B0-BE76-E3317C53DC48}" dt="2026-06-11T17:43:40.779" v="11019" actId="1036"/>
          <ac:spMkLst>
            <pc:docMk/>
            <pc:sldMk cId="1632070925" sldId="2971"/>
            <ac:spMk id="13" creationId="{23AA18C2-C102-F8D0-7CBD-8F2CFFF83462}"/>
          </ac:spMkLst>
        </pc:spChg>
        <pc:spChg chg="add mod">
          <ac:chgData name="Goolsby, Deambria D" userId="d2d29d1d-c10f-4166-a7dd-47b764ca3bf6" providerId="ADAL" clId="{CC7649B8-5416-41B0-BE76-E3317C53DC48}" dt="2026-06-10T11:12:58.564" v="8763" actId="14100"/>
          <ac:spMkLst>
            <pc:docMk/>
            <pc:sldMk cId="1632070925" sldId="2971"/>
            <ac:spMk id="14" creationId="{EEFA786F-45FA-A8F1-D56E-79FDE5258AC5}"/>
          </ac:spMkLst>
        </pc:spChg>
        <pc:spChg chg="add mod">
          <ac:chgData name="Goolsby, Deambria D" userId="d2d29d1d-c10f-4166-a7dd-47b764ca3bf6" providerId="ADAL" clId="{CC7649B8-5416-41B0-BE76-E3317C53DC48}" dt="2026-06-11T18:30:10.176" v="11365" actId="20577"/>
          <ac:spMkLst>
            <pc:docMk/>
            <pc:sldMk cId="1632070925" sldId="2971"/>
            <ac:spMk id="18" creationId="{86F73155-6BE9-A745-FD82-628460B98AA5}"/>
          </ac:spMkLst>
        </pc:spChg>
        <pc:spChg chg="add mod">
          <ac:chgData name="Goolsby, Deambria D" userId="d2d29d1d-c10f-4166-a7dd-47b764ca3bf6" providerId="ADAL" clId="{CC7649B8-5416-41B0-BE76-E3317C53DC48}" dt="2026-06-11T17:44:04.695" v="11026" actId="1036"/>
          <ac:spMkLst>
            <pc:docMk/>
            <pc:sldMk cId="1632070925" sldId="2971"/>
            <ac:spMk id="20" creationId="{1CA1D54C-6CDA-95EF-D260-F57A97FB6CB2}"/>
          </ac:spMkLst>
        </pc:spChg>
        <pc:spChg chg="mod">
          <ac:chgData name="Goolsby, Deambria D" userId="d2d29d1d-c10f-4166-a7dd-47b764ca3bf6" providerId="ADAL" clId="{CC7649B8-5416-41B0-BE76-E3317C53DC48}" dt="2026-06-10T15:45:32.884" v="8827" actId="20577"/>
          <ac:spMkLst>
            <pc:docMk/>
            <pc:sldMk cId="1632070925" sldId="2971"/>
            <ac:spMk id="21" creationId="{60B8FF86-3597-B6B3-F412-29B0CCD1EA7F}"/>
          </ac:spMkLst>
        </pc:spChg>
        <pc:spChg chg="mod">
          <ac:chgData name="Goolsby, Deambria D" userId="d2d29d1d-c10f-4166-a7dd-47b764ca3bf6" providerId="ADAL" clId="{CC7649B8-5416-41B0-BE76-E3317C53DC48}" dt="2026-06-10T19:25:11.747" v="9770" actId="14100"/>
          <ac:spMkLst>
            <pc:docMk/>
            <pc:sldMk cId="1632070925" sldId="2971"/>
            <ac:spMk id="22" creationId="{1B37E332-2809-EFB1-B312-3A79F0645D35}"/>
          </ac:spMkLst>
        </pc:spChg>
        <pc:graphicFrameChg chg="add del mod">
          <ac:chgData name="Goolsby, Deambria D" userId="d2d29d1d-c10f-4166-a7dd-47b764ca3bf6" providerId="ADAL" clId="{CC7649B8-5416-41B0-BE76-E3317C53DC48}" dt="2026-06-10T18:13:25.126" v="9534" actId="478"/>
          <ac:graphicFrameMkLst>
            <pc:docMk/>
            <pc:sldMk cId="1632070925" sldId="2971"/>
            <ac:graphicFrameMk id="4" creationId="{D827CF6C-DED8-CCFD-2BF6-96F9D9910571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0T11:09:47.306" v="8747" actId="554"/>
          <ac:graphicFrameMkLst>
            <pc:docMk/>
            <pc:sldMk cId="1632070925" sldId="2971"/>
            <ac:graphicFrameMk id="5" creationId="{3C43ED21-10A0-96BE-2100-403573EBAB7E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0T11:09:47.306" v="8747" actId="554"/>
          <ac:graphicFrameMkLst>
            <pc:docMk/>
            <pc:sldMk cId="1632070925" sldId="2971"/>
            <ac:graphicFrameMk id="6" creationId="{3534FE2F-F142-4DDA-BDFA-A085C9B9C5BB}"/>
          </ac:graphicFrameMkLst>
        </pc:graphicFrameChg>
        <pc:graphicFrameChg chg="add del mod">
          <ac:chgData name="Goolsby, Deambria D" userId="d2d29d1d-c10f-4166-a7dd-47b764ca3bf6" providerId="ADAL" clId="{CC7649B8-5416-41B0-BE76-E3317C53DC48}" dt="2026-06-10T11:08:11.065" v="8711" actId="478"/>
          <ac:graphicFrameMkLst>
            <pc:docMk/>
            <pc:sldMk cId="1632070925" sldId="2971"/>
            <ac:graphicFrameMk id="15" creationId="{C551C988-BC2A-7A32-1B3A-E620062DEA56}"/>
          </ac:graphicFrameMkLst>
        </pc:graphicFrameChg>
        <pc:graphicFrameChg chg="add del mod modGraphic">
          <ac:chgData name="Goolsby, Deambria D" userId="d2d29d1d-c10f-4166-a7dd-47b764ca3bf6" providerId="ADAL" clId="{CC7649B8-5416-41B0-BE76-E3317C53DC48}" dt="2026-06-10T18:46:56.011" v="9569" actId="478"/>
          <ac:graphicFrameMkLst>
            <pc:docMk/>
            <pc:sldMk cId="1632070925" sldId="2971"/>
            <ac:graphicFrameMk id="17" creationId="{6790060A-BBDC-1C5F-04F5-83EC0D68751F}"/>
          </ac:graphicFrameMkLst>
        </pc:graphicFrameChg>
        <pc:graphicFrameChg chg="add del mod">
          <ac:chgData name="Goolsby, Deambria D" userId="d2d29d1d-c10f-4166-a7dd-47b764ca3bf6" providerId="ADAL" clId="{CC7649B8-5416-41B0-BE76-E3317C53DC48}" dt="2026-06-10T11:08:45.742" v="8714" actId="478"/>
          <ac:graphicFrameMkLst>
            <pc:docMk/>
            <pc:sldMk cId="1632070925" sldId="2971"/>
            <ac:graphicFrameMk id="18" creationId="{3C43ED21-10A0-96BE-2100-403573EBAB7E}"/>
          </ac:graphicFrameMkLst>
        </pc:graphicFrameChg>
        <pc:graphicFrameChg chg="add del mod modGraphic">
          <ac:chgData name="Goolsby, Deambria D" userId="d2d29d1d-c10f-4166-a7dd-47b764ca3bf6" providerId="ADAL" clId="{CC7649B8-5416-41B0-BE76-E3317C53DC48}" dt="2026-06-11T12:28:09.601" v="9924" actId="478"/>
          <ac:graphicFrameMkLst>
            <pc:docMk/>
            <pc:sldMk cId="1632070925" sldId="2971"/>
            <ac:graphicFrameMk id="19" creationId="{8E09FDAA-B968-4CA8-3EE5-FDC6CBF0FBF9}"/>
          </ac:graphicFrameMkLst>
        </pc:graphicFrameChg>
        <pc:graphicFrameChg chg="add del mod">
          <ac:chgData name="Goolsby, Deambria D" userId="d2d29d1d-c10f-4166-a7dd-47b764ca3bf6" providerId="ADAL" clId="{CC7649B8-5416-41B0-BE76-E3317C53DC48}" dt="2026-06-10T11:09:06.704" v="8722" actId="478"/>
          <ac:graphicFrameMkLst>
            <pc:docMk/>
            <pc:sldMk cId="1632070925" sldId="2971"/>
            <ac:graphicFrameMk id="20" creationId="{3534FE2F-F142-4DDA-BDFA-A085C9B9C5BB}"/>
          </ac:graphicFrameMkLst>
        </pc:graphicFrameChg>
        <pc:picChg chg="add del mod">
          <ac:chgData name="Goolsby, Deambria D" userId="d2d29d1d-c10f-4166-a7dd-47b764ca3bf6" providerId="ADAL" clId="{CC7649B8-5416-41B0-BE76-E3317C53DC48}" dt="2026-06-11T12:56:17.796" v="9944" actId="478"/>
          <ac:picMkLst>
            <pc:docMk/>
            <pc:sldMk cId="1632070925" sldId="2971"/>
            <ac:picMk id="4" creationId="{55A68E12-FC1A-9375-F4BF-410A152ADB02}"/>
          </ac:picMkLst>
        </pc:picChg>
        <pc:picChg chg="add mod">
          <ac:chgData name="Goolsby, Deambria D" userId="d2d29d1d-c10f-4166-a7dd-47b764ca3bf6" providerId="ADAL" clId="{CC7649B8-5416-41B0-BE76-E3317C53DC48}" dt="2026-06-11T12:56:30.225" v="9948" actId="14100"/>
          <ac:picMkLst>
            <pc:docMk/>
            <pc:sldMk cId="1632070925" sldId="2971"/>
            <ac:picMk id="17" creationId="{91302F08-3B63-5078-9CCB-570EDE45709D}"/>
          </ac:picMkLst>
        </pc:picChg>
      </pc:sldChg>
      <pc:sldChg chg="addSp delSp modSp mod">
        <pc:chgData name="Goolsby, Deambria D" userId="d2d29d1d-c10f-4166-a7dd-47b764ca3bf6" providerId="ADAL" clId="{CC7649B8-5416-41B0-BE76-E3317C53DC48}" dt="2026-06-11T18:24:58.942" v="11200" actId="20577"/>
        <pc:sldMkLst>
          <pc:docMk/>
          <pc:sldMk cId="2983669424" sldId="2972"/>
        </pc:sldMkLst>
        <pc:spChg chg="add mod">
          <ac:chgData name="Goolsby, Deambria D" userId="d2d29d1d-c10f-4166-a7dd-47b764ca3bf6" providerId="ADAL" clId="{CC7649B8-5416-41B0-BE76-E3317C53DC48}" dt="2026-06-11T18:24:58.942" v="11200" actId="20577"/>
          <ac:spMkLst>
            <pc:docMk/>
            <pc:sldMk cId="2983669424" sldId="2972"/>
            <ac:spMk id="2" creationId="{BC770CBE-1C0D-E4DC-D547-30C2C1C6D071}"/>
          </ac:spMkLst>
        </pc:spChg>
        <pc:spChg chg="add del mod">
          <ac:chgData name="Goolsby, Deambria D" userId="d2d29d1d-c10f-4166-a7dd-47b764ca3bf6" providerId="ADAL" clId="{CC7649B8-5416-41B0-BE76-E3317C53DC48}" dt="2026-06-10T10:59:55.537" v="8522"/>
          <ac:spMkLst>
            <pc:docMk/>
            <pc:sldMk cId="2983669424" sldId="2972"/>
            <ac:spMk id="5" creationId="{8BC8B3EE-436B-9E89-4CE2-0F2C7841431F}"/>
          </ac:spMkLst>
        </pc:spChg>
        <pc:spChg chg="add mod">
          <ac:chgData name="Goolsby, Deambria D" userId="d2d29d1d-c10f-4166-a7dd-47b764ca3bf6" providerId="ADAL" clId="{CC7649B8-5416-41B0-BE76-E3317C53DC48}" dt="2026-06-11T17:19:55.944" v="10702"/>
          <ac:spMkLst>
            <pc:docMk/>
            <pc:sldMk cId="2983669424" sldId="2972"/>
            <ac:spMk id="5" creationId="{B27C6C46-57F7-8B59-9BEE-6683D87E3525}"/>
          </ac:spMkLst>
        </pc:spChg>
        <pc:spChg chg="add del mod">
          <ac:chgData name="Goolsby, Deambria D" userId="d2d29d1d-c10f-4166-a7dd-47b764ca3bf6" providerId="ADAL" clId="{CC7649B8-5416-41B0-BE76-E3317C53DC48}" dt="2026-06-10T10:59:55.537" v="8524"/>
          <ac:spMkLst>
            <pc:docMk/>
            <pc:sldMk cId="2983669424" sldId="2972"/>
            <ac:spMk id="13" creationId="{21BA1841-C5B4-D141-49B1-6985AB4E310E}"/>
          </ac:spMkLst>
        </pc:spChg>
        <pc:spChg chg="add del mod">
          <ac:chgData name="Goolsby, Deambria D" userId="d2d29d1d-c10f-4166-a7dd-47b764ca3bf6" providerId="ADAL" clId="{CC7649B8-5416-41B0-BE76-E3317C53DC48}" dt="2026-06-10T10:59:36.178" v="8517" actId="478"/>
          <ac:spMkLst>
            <pc:docMk/>
            <pc:sldMk cId="2983669424" sldId="2972"/>
            <ac:spMk id="15" creationId="{9B350A70-5820-12A8-793E-8700ECC435DB}"/>
          </ac:spMkLst>
        </pc:spChg>
        <pc:spChg chg="add del mod">
          <ac:chgData name="Goolsby, Deambria D" userId="d2d29d1d-c10f-4166-a7dd-47b764ca3bf6" providerId="ADAL" clId="{CC7649B8-5416-41B0-BE76-E3317C53DC48}" dt="2026-06-10T10:59:33.930" v="8516" actId="478"/>
          <ac:spMkLst>
            <pc:docMk/>
            <pc:sldMk cId="2983669424" sldId="2972"/>
            <ac:spMk id="17" creationId="{BC9CABAB-958A-81D8-2EEF-20001B558BFC}"/>
          </ac:spMkLst>
        </pc:spChg>
        <pc:spChg chg="mod">
          <ac:chgData name="Goolsby, Deambria D" userId="d2d29d1d-c10f-4166-a7dd-47b764ca3bf6" providerId="ADAL" clId="{CC7649B8-5416-41B0-BE76-E3317C53DC48}" dt="2026-06-11T17:09:57.683" v="10548" actId="14100"/>
          <ac:spMkLst>
            <pc:docMk/>
            <pc:sldMk cId="2983669424" sldId="2972"/>
            <ac:spMk id="22" creationId="{5C8970C5-FFA3-0EBB-D7BB-5F6AF51E204C}"/>
          </ac:spMkLst>
        </pc:spChg>
        <pc:graphicFrameChg chg="add del mod">
          <ac:chgData name="Goolsby, Deambria D" userId="d2d29d1d-c10f-4166-a7dd-47b764ca3bf6" providerId="ADAL" clId="{CC7649B8-5416-41B0-BE76-E3317C53DC48}" dt="2026-06-10T21:23:21.088" v="9812" actId="478"/>
          <ac:graphicFrameMkLst>
            <pc:docMk/>
            <pc:sldMk cId="2983669424" sldId="2972"/>
            <ac:graphicFrameMk id="2" creationId="{79E909BA-87E1-4274-8943-EE93832D2638}"/>
          </ac:graphicFrameMkLst>
        </pc:graphicFrameChg>
        <pc:graphicFrameChg chg="add del mod">
          <ac:chgData name="Goolsby, Deambria D" userId="d2d29d1d-c10f-4166-a7dd-47b764ca3bf6" providerId="ADAL" clId="{CC7649B8-5416-41B0-BE76-E3317C53DC48}" dt="2026-06-10T11:00:12.306" v="8528" actId="478"/>
          <ac:graphicFrameMkLst>
            <pc:docMk/>
            <pc:sldMk cId="2983669424" sldId="2972"/>
            <ac:graphicFrameMk id="2" creationId="{BC71E4C4-F371-439B-9FBD-62F1F2BDDC42}"/>
          </ac:graphicFrameMkLst>
        </pc:graphicFrameChg>
        <pc:graphicFrameChg chg="add del mod">
          <ac:chgData name="Goolsby, Deambria D" userId="d2d29d1d-c10f-4166-a7dd-47b764ca3bf6" providerId="ADAL" clId="{CC7649B8-5416-41B0-BE76-E3317C53DC48}" dt="2026-06-10T10:59:55.537" v="8520" actId="478"/>
          <ac:graphicFrameMkLst>
            <pc:docMk/>
            <pc:sldMk cId="2983669424" sldId="2972"/>
            <ac:graphicFrameMk id="4" creationId="{BB0F8203-01EF-6F94-FF88-9D6B61167350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1T02:50:28.210" v="9892" actId="1035"/>
          <ac:graphicFrameMkLst>
            <pc:docMk/>
            <pc:sldMk cId="2983669424" sldId="2972"/>
            <ac:graphicFrameMk id="4" creationId="{E643DD8F-DC28-EF30-1ACE-A71FF3298FBA}"/>
          </ac:graphicFrameMkLst>
        </pc:graphicFrameChg>
        <pc:graphicFrameChg chg="del">
          <ac:chgData name="Goolsby, Deambria D" userId="d2d29d1d-c10f-4166-a7dd-47b764ca3bf6" providerId="ADAL" clId="{CC7649B8-5416-41B0-BE76-E3317C53DC48}" dt="2026-06-10T10:58:34.009" v="8506" actId="478"/>
          <ac:graphicFrameMkLst>
            <pc:docMk/>
            <pc:sldMk cId="2983669424" sldId="2972"/>
            <ac:graphicFrameMk id="9" creationId="{9FAD23A6-03FD-A0D0-607F-B07890C6E41C}"/>
          </ac:graphicFrameMkLst>
        </pc:graphicFrameChg>
        <pc:graphicFrameChg chg="add del mod">
          <ac:chgData name="Goolsby, Deambria D" userId="d2d29d1d-c10f-4166-a7dd-47b764ca3bf6" providerId="ADAL" clId="{CC7649B8-5416-41B0-BE76-E3317C53DC48}" dt="2026-06-10T21:23:08.821" v="9810" actId="478"/>
          <ac:graphicFrameMkLst>
            <pc:docMk/>
            <pc:sldMk cId="2983669424" sldId="2972"/>
            <ac:graphicFrameMk id="20" creationId="{9FC7F107-743E-94DF-A4AA-23E98C28F776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0T11:00:01.983" v="8527" actId="1076"/>
          <ac:graphicFrameMkLst>
            <pc:docMk/>
            <pc:sldMk cId="2983669424" sldId="2972"/>
            <ac:graphicFrameMk id="24" creationId="{BB0F8203-01EF-6F94-FF88-9D6B61167350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0T11:00:19.825" v="8531" actId="1076"/>
          <ac:graphicFrameMkLst>
            <pc:docMk/>
            <pc:sldMk cId="2983669424" sldId="2972"/>
            <ac:graphicFrameMk id="25" creationId="{BC71E4C4-F371-439B-9FBD-62F1F2BDDC42}"/>
          </ac:graphicFrameMkLst>
        </pc:graphicFrameChg>
        <pc:picChg chg="add del mod">
          <ac:chgData name="Goolsby, Deambria D" userId="d2d29d1d-c10f-4166-a7dd-47b764ca3bf6" providerId="ADAL" clId="{CC7649B8-5416-41B0-BE76-E3317C53DC48}" dt="2026-06-10T10:59:27.917" v="8514" actId="478"/>
          <ac:picMkLst>
            <pc:docMk/>
            <pc:sldMk cId="2983669424" sldId="2972"/>
            <ac:picMk id="19" creationId="{5727EEA7-943A-276D-ACC7-894BC95DEEB5}"/>
          </ac:picMkLst>
        </pc:picChg>
      </pc:sldChg>
      <pc:sldChg chg="addSp delSp modSp mod modNotesTx">
        <pc:chgData name="Goolsby, Deambria D" userId="d2d29d1d-c10f-4166-a7dd-47b764ca3bf6" providerId="ADAL" clId="{CC7649B8-5416-41B0-BE76-E3317C53DC48}" dt="2026-06-11T17:46:26.771" v="11051" actId="1036"/>
        <pc:sldMkLst>
          <pc:docMk/>
          <pc:sldMk cId="2919916136" sldId="2973"/>
        </pc:sldMkLst>
        <pc:spChg chg="add mod">
          <ac:chgData name="Goolsby, Deambria D" userId="d2d29d1d-c10f-4166-a7dd-47b764ca3bf6" providerId="ADAL" clId="{CC7649B8-5416-41B0-BE76-E3317C53DC48}" dt="2026-06-11T17:46:26.771" v="11051" actId="1036"/>
          <ac:spMkLst>
            <pc:docMk/>
            <pc:sldMk cId="2919916136" sldId="2973"/>
            <ac:spMk id="2" creationId="{2C2DDF8B-3484-FEA1-D221-3FA61A200983}"/>
          </ac:spMkLst>
        </pc:spChg>
        <pc:spChg chg="add del mod">
          <ac:chgData name="Goolsby, Deambria D" userId="d2d29d1d-c10f-4166-a7dd-47b764ca3bf6" providerId="ADAL" clId="{CC7649B8-5416-41B0-BE76-E3317C53DC48}" dt="2026-06-10T11:15:38.875" v="8775"/>
          <ac:spMkLst>
            <pc:docMk/>
            <pc:sldMk cId="2919916136" sldId="2973"/>
            <ac:spMk id="2" creationId="{D4543ED8-6291-C3C7-82E6-E4425942FA08}"/>
          </ac:spMkLst>
        </pc:spChg>
        <pc:spChg chg="add del mod">
          <ac:chgData name="Goolsby, Deambria D" userId="d2d29d1d-c10f-4166-a7dd-47b764ca3bf6" providerId="ADAL" clId="{CC7649B8-5416-41B0-BE76-E3317C53DC48}" dt="2026-06-10T11:15:38.875" v="8777"/>
          <ac:spMkLst>
            <pc:docMk/>
            <pc:sldMk cId="2919916136" sldId="2973"/>
            <ac:spMk id="4" creationId="{B0119D89-84E2-3C09-066A-D32800AB2F56}"/>
          </ac:spMkLst>
        </pc:spChg>
        <pc:spChg chg="add del mod">
          <ac:chgData name="Goolsby, Deambria D" userId="d2d29d1d-c10f-4166-a7dd-47b764ca3bf6" providerId="ADAL" clId="{CC7649B8-5416-41B0-BE76-E3317C53DC48}" dt="2026-06-10T11:17:23.135" v="8802" actId="478"/>
          <ac:spMkLst>
            <pc:docMk/>
            <pc:sldMk cId="2919916136" sldId="2973"/>
            <ac:spMk id="5" creationId="{884E5E94-C187-43FD-EACF-3D44E4D2D065}"/>
          </ac:spMkLst>
        </pc:spChg>
        <pc:spChg chg="add mod">
          <ac:chgData name="Goolsby, Deambria D" userId="d2d29d1d-c10f-4166-a7dd-47b764ca3bf6" providerId="ADAL" clId="{CC7649B8-5416-41B0-BE76-E3317C53DC48}" dt="2026-06-11T17:46:21.662" v="11047" actId="1036"/>
          <ac:spMkLst>
            <pc:docMk/>
            <pc:sldMk cId="2919916136" sldId="2973"/>
            <ac:spMk id="6" creationId="{27559C1F-F716-3474-04C7-8E516B817563}"/>
          </ac:spMkLst>
        </pc:spChg>
        <pc:spChg chg="mod">
          <ac:chgData name="Goolsby, Deambria D" userId="d2d29d1d-c10f-4166-a7dd-47b764ca3bf6" providerId="ADAL" clId="{CC7649B8-5416-41B0-BE76-E3317C53DC48}" dt="2026-06-10T19:24:51.744" v="9759" actId="20577"/>
          <ac:spMkLst>
            <pc:docMk/>
            <pc:sldMk cId="2919916136" sldId="2973"/>
            <ac:spMk id="22" creationId="{1A52FBED-8D05-437A-9651-3FB623C917E9}"/>
          </ac:spMkLst>
        </pc:spChg>
        <pc:graphicFrameChg chg="add del mod">
          <ac:chgData name="Goolsby, Deambria D" userId="d2d29d1d-c10f-4166-a7dd-47b764ca3bf6" providerId="ADAL" clId="{CC7649B8-5416-41B0-BE76-E3317C53DC48}" dt="2026-06-10T21:14:06.636" v="9795" actId="478"/>
          <ac:graphicFrameMkLst>
            <pc:docMk/>
            <pc:sldMk cId="2919916136" sldId="2973"/>
            <ac:graphicFrameMk id="2" creationId="{85F2DA20-A100-6E5F-22F8-DD9538E08F7E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0T21:15:06.064" v="9807" actId="14100"/>
          <ac:graphicFrameMkLst>
            <pc:docMk/>
            <pc:sldMk cId="2919916136" sldId="2973"/>
            <ac:graphicFrameMk id="4" creationId="{1093CD1B-9987-1AB4-B536-4D6017B4C8E2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0T21:14:58.674" v="9806" actId="14100"/>
          <ac:graphicFrameMkLst>
            <pc:docMk/>
            <pc:sldMk cId="2919916136" sldId="2973"/>
            <ac:graphicFrameMk id="5" creationId="{3A29FF12-BB3D-6441-7478-3E4BCABB0BAB}"/>
          </ac:graphicFrameMkLst>
        </pc:graphicFrameChg>
        <pc:graphicFrameChg chg="del">
          <ac:chgData name="Goolsby, Deambria D" userId="d2d29d1d-c10f-4166-a7dd-47b764ca3bf6" providerId="ADAL" clId="{CC7649B8-5416-41B0-BE76-E3317C53DC48}" dt="2026-06-10T11:16:04.861" v="8780" actId="478"/>
          <ac:graphicFrameMkLst>
            <pc:docMk/>
            <pc:sldMk cId="2919916136" sldId="2973"/>
            <ac:graphicFrameMk id="6" creationId="{1CEA6849-6D8F-1416-6EA0-3EFF60E07E1C}"/>
          </ac:graphicFrameMkLst>
        </pc:graphicFrameChg>
        <pc:graphicFrameChg chg="add del mod modGraphic">
          <ac:chgData name="Goolsby, Deambria D" userId="d2d29d1d-c10f-4166-a7dd-47b764ca3bf6" providerId="ADAL" clId="{CC7649B8-5416-41B0-BE76-E3317C53DC48}" dt="2026-06-10T21:14:28.275" v="9800" actId="478"/>
          <ac:graphicFrameMkLst>
            <pc:docMk/>
            <pc:sldMk cId="2919916136" sldId="2973"/>
            <ac:graphicFrameMk id="7" creationId="{0C6B00C1-6C85-1F05-11AA-92B487C6B01E}"/>
          </ac:graphicFrameMkLst>
        </pc:graphicFrameChg>
        <pc:graphicFrameChg chg="del">
          <ac:chgData name="Goolsby, Deambria D" userId="d2d29d1d-c10f-4166-a7dd-47b764ca3bf6" providerId="ADAL" clId="{CC7649B8-5416-41B0-BE76-E3317C53DC48}" dt="2026-06-10T18:48:23.524" v="9578" actId="478"/>
          <ac:graphicFrameMkLst>
            <pc:docMk/>
            <pc:sldMk cId="2919916136" sldId="2973"/>
            <ac:graphicFrameMk id="8" creationId="{27990889-906B-6E31-7310-44240FD1518E}"/>
          </ac:graphicFrameMkLst>
        </pc:graphicFrameChg>
        <pc:graphicFrameChg chg="del">
          <ac:chgData name="Goolsby, Deambria D" userId="d2d29d1d-c10f-4166-a7dd-47b764ca3bf6" providerId="ADAL" clId="{CC7649B8-5416-41B0-BE76-E3317C53DC48}" dt="2026-06-10T11:17:12.238" v="8798" actId="478"/>
          <ac:graphicFrameMkLst>
            <pc:docMk/>
            <pc:sldMk cId="2919916136" sldId="2973"/>
            <ac:graphicFrameMk id="9" creationId="{BCA3BD20-1BC9-AAC5-DCB4-4DD69E97862F}"/>
          </ac:graphicFrameMkLst>
        </pc:graphicFrameChg>
        <pc:graphicFrameChg chg="add del mod modGraphic">
          <ac:chgData name="Goolsby, Deambria D" userId="d2d29d1d-c10f-4166-a7dd-47b764ca3bf6" providerId="ADAL" clId="{CC7649B8-5416-41B0-BE76-E3317C53DC48}" dt="2026-06-10T21:14:00.994" v="9793" actId="478"/>
          <ac:graphicFrameMkLst>
            <pc:docMk/>
            <pc:sldMk cId="2919916136" sldId="2973"/>
            <ac:graphicFrameMk id="10" creationId="{D3BC77CA-0682-D191-9653-10DDD8A06486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0T21:14:54.401" v="9805" actId="554"/>
          <ac:graphicFrameMkLst>
            <pc:docMk/>
            <pc:sldMk cId="2919916136" sldId="2973"/>
            <ac:graphicFrameMk id="12" creationId="{27990889-906B-6E31-7310-44240FD1518E}"/>
          </ac:graphicFrameMkLst>
        </pc:graphicFrameChg>
      </pc:sldChg>
      <pc:sldChg chg="addSp delSp modSp mod">
        <pc:chgData name="Goolsby, Deambria D" userId="d2d29d1d-c10f-4166-a7dd-47b764ca3bf6" providerId="ADAL" clId="{CC7649B8-5416-41B0-BE76-E3317C53DC48}" dt="2026-06-11T17:15:24.672" v="10669" actId="14100"/>
        <pc:sldMkLst>
          <pc:docMk/>
          <pc:sldMk cId="4072088012" sldId="2974"/>
        </pc:sldMkLst>
        <pc:spChg chg="add del mod">
          <ac:chgData name="Goolsby, Deambria D" userId="d2d29d1d-c10f-4166-a7dd-47b764ca3bf6" providerId="ADAL" clId="{CC7649B8-5416-41B0-BE76-E3317C53DC48}" dt="2026-06-10T10:51:36.520" v="8477"/>
          <ac:spMkLst>
            <pc:docMk/>
            <pc:sldMk cId="4072088012" sldId="2974"/>
            <ac:spMk id="3" creationId="{49A84D6F-606B-379A-21A5-60FA91DEF6E8}"/>
          </ac:spMkLst>
        </pc:spChg>
        <pc:spChg chg="add del mod">
          <ac:chgData name="Goolsby, Deambria D" userId="d2d29d1d-c10f-4166-a7dd-47b764ca3bf6" providerId="ADAL" clId="{CC7649B8-5416-41B0-BE76-E3317C53DC48}" dt="2026-06-10T10:51:36.520" v="8475"/>
          <ac:spMkLst>
            <pc:docMk/>
            <pc:sldMk cId="4072088012" sldId="2974"/>
            <ac:spMk id="4" creationId="{D7ADFD75-9DCD-7593-280C-C9907F151228}"/>
          </ac:spMkLst>
        </pc:spChg>
        <pc:spChg chg="add mod">
          <ac:chgData name="Goolsby, Deambria D" userId="d2d29d1d-c10f-4166-a7dd-47b764ca3bf6" providerId="ADAL" clId="{CC7649B8-5416-41B0-BE76-E3317C53DC48}" dt="2026-06-11T17:15:05.253" v="10668" actId="1037"/>
          <ac:spMkLst>
            <pc:docMk/>
            <pc:sldMk cId="4072088012" sldId="2974"/>
            <ac:spMk id="5" creationId="{502EC1F1-0C6F-97F1-A0AD-5438993E40BF}"/>
          </ac:spMkLst>
        </pc:spChg>
        <pc:spChg chg="add del mod">
          <ac:chgData name="Goolsby, Deambria D" userId="d2d29d1d-c10f-4166-a7dd-47b764ca3bf6" providerId="ADAL" clId="{CC7649B8-5416-41B0-BE76-E3317C53DC48}" dt="2026-06-10T10:51:25.246" v="8470" actId="478"/>
          <ac:spMkLst>
            <pc:docMk/>
            <pc:sldMk cId="4072088012" sldId="2974"/>
            <ac:spMk id="6" creationId="{976B4732-7480-B691-E8BE-23D502B35AB7}"/>
          </ac:spMkLst>
        </pc:spChg>
        <pc:spChg chg="add mod">
          <ac:chgData name="Goolsby, Deambria D" userId="d2d29d1d-c10f-4166-a7dd-47b764ca3bf6" providerId="ADAL" clId="{CC7649B8-5416-41B0-BE76-E3317C53DC48}" dt="2026-06-11T17:14:32.285" v="10633" actId="1036"/>
          <ac:spMkLst>
            <pc:docMk/>
            <pc:sldMk cId="4072088012" sldId="2974"/>
            <ac:spMk id="6" creationId="{DAFCD7D6-18F4-D769-2514-E98DDC5630EA}"/>
          </ac:spMkLst>
        </pc:spChg>
        <pc:spChg chg="add del mod">
          <ac:chgData name="Goolsby, Deambria D" userId="d2d29d1d-c10f-4166-a7dd-47b764ca3bf6" providerId="ADAL" clId="{CC7649B8-5416-41B0-BE76-E3317C53DC48}" dt="2026-06-10T10:51:27.437" v="8471" actId="478"/>
          <ac:spMkLst>
            <pc:docMk/>
            <pc:sldMk cId="4072088012" sldId="2974"/>
            <ac:spMk id="7" creationId="{E71E7982-127B-CEE7-C78E-18FD2B88EE63}"/>
          </ac:spMkLst>
        </pc:spChg>
        <pc:spChg chg="mod">
          <ac:chgData name="Goolsby, Deambria D" userId="d2d29d1d-c10f-4166-a7dd-47b764ca3bf6" providerId="ADAL" clId="{CC7649B8-5416-41B0-BE76-E3317C53DC48}" dt="2026-06-11T17:02:11.081" v="10369" actId="14100"/>
          <ac:spMkLst>
            <pc:docMk/>
            <pc:sldMk cId="4072088012" sldId="2974"/>
            <ac:spMk id="22" creationId="{4513BAB8-AB38-116A-C174-EB3764046946}"/>
          </ac:spMkLst>
        </pc:spChg>
        <pc:spChg chg="mod">
          <ac:chgData name="Goolsby, Deambria D" userId="d2d29d1d-c10f-4166-a7dd-47b764ca3bf6" providerId="ADAL" clId="{CC7649B8-5416-41B0-BE76-E3317C53DC48}" dt="2026-06-11T17:14:59.098" v="10658" actId="14100"/>
          <ac:spMkLst>
            <pc:docMk/>
            <pc:sldMk cId="4072088012" sldId="2974"/>
            <ac:spMk id="30" creationId="{5CB9C5A3-8D4B-46D9-45DC-29B59D329869}"/>
          </ac:spMkLst>
        </pc:spChg>
        <pc:spChg chg="mod">
          <ac:chgData name="Goolsby, Deambria D" userId="d2d29d1d-c10f-4166-a7dd-47b764ca3bf6" providerId="ADAL" clId="{CC7649B8-5416-41B0-BE76-E3317C53DC48}" dt="2026-06-11T17:14:07.855" v="10593" actId="1035"/>
          <ac:spMkLst>
            <pc:docMk/>
            <pc:sldMk cId="4072088012" sldId="2974"/>
            <ac:spMk id="31" creationId="{9AE478AF-2B03-9B1E-85E4-5FBBEBECB74C}"/>
          </ac:spMkLst>
        </pc:spChg>
        <pc:spChg chg="mod">
          <ac:chgData name="Goolsby, Deambria D" userId="d2d29d1d-c10f-4166-a7dd-47b764ca3bf6" providerId="ADAL" clId="{CC7649B8-5416-41B0-BE76-E3317C53DC48}" dt="2026-06-11T17:14:07.855" v="10593" actId="1035"/>
          <ac:spMkLst>
            <pc:docMk/>
            <pc:sldMk cId="4072088012" sldId="2974"/>
            <ac:spMk id="32" creationId="{0C800BC9-34D5-78ED-5A0A-72811DFFE288}"/>
          </ac:spMkLst>
        </pc:spChg>
        <pc:spChg chg="mod">
          <ac:chgData name="Goolsby, Deambria D" userId="d2d29d1d-c10f-4166-a7dd-47b764ca3bf6" providerId="ADAL" clId="{CC7649B8-5416-41B0-BE76-E3317C53DC48}" dt="2026-06-11T17:15:24.672" v="10669" actId="14100"/>
          <ac:spMkLst>
            <pc:docMk/>
            <pc:sldMk cId="4072088012" sldId="2974"/>
            <ac:spMk id="34" creationId="{902D2ADF-FEF0-4FA3-DF4B-D224D7EA7523}"/>
          </ac:spMkLst>
        </pc:spChg>
        <pc:spChg chg="mod">
          <ac:chgData name="Goolsby, Deambria D" userId="d2d29d1d-c10f-4166-a7dd-47b764ca3bf6" providerId="ADAL" clId="{CC7649B8-5416-41B0-BE76-E3317C53DC48}" dt="2026-06-11T17:14:32.285" v="10633" actId="1036"/>
          <ac:spMkLst>
            <pc:docMk/>
            <pc:sldMk cId="4072088012" sldId="2974"/>
            <ac:spMk id="35" creationId="{89437446-1E29-5834-72E1-B56A5C30FBF6}"/>
          </ac:spMkLst>
        </pc:spChg>
        <pc:spChg chg="mod">
          <ac:chgData name="Goolsby, Deambria D" userId="d2d29d1d-c10f-4166-a7dd-47b764ca3bf6" providerId="ADAL" clId="{CC7649B8-5416-41B0-BE76-E3317C53DC48}" dt="2026-06-11T17:14:32.285" v="10633" actId="1036"/>
          <ac:spMkLst>
            <pc:docMk/>
            <pc:sldMk cId="4072088012" sldId="2974"/>
            <ac:spMk id="36" creationId="{5054F814-8B47-C993-15ED-9C1A372A3D9D}"/>
          </ac:spMkLst>
        </pc:spChg>
        <pc:spChg chg="mod">
          <ac:chgData name="Goolsby, Deambria D" userId="d2d29d1d-c10f-4166-a7dd-47b764ca3bf6" providerId="ADAL" clId="{CC7649B8-5416-41B0-BE76-E3317C53DC48}" dt="2026-06-11T17:14:48.505" v="10656" actId="1036"/>
          <ac:spMkLst>
            <pc:docMk/>
            <pc:sldMk cId="4072088012" sldId="2974"/>
            <ac:spMk id="38" creationId="{551B36B4-8C7C-5F05-314E-0BBEE1E650F7}"/>
          </ac:spMkLst>
        </pc:spChg>
        <pc:graphicFrameChg chg="add mod">
          <ac:chgData name="Goolsby, Deambria D" userId="d2d29d1d-c10f-4166-a7dd-47b764ca3bf6" providerId="ADAL" clId="{CC7649B8-5416-41B0-BE76-E3317C53DC48}" dt="2026-06-11T17:14:21.140" v="10609" actId="1035"/>
          <ac:graphicFrameMkLst>
            <pc:docMk/>
            <pc:sldMk cId="4072088012" sldId="2974"/>
            <ac:graphicFrameMk id="3" creationId="{B3BE784B-D315-33DF-A96B-0CEBD89DE486}"/>
          </ac:graphicFrameMkLst>
        </pc:graphicFrameChg>
        <pc:graphicFrameChg chg="add del">
          <ac:chgData name="Goolsby, Deambria D" userId="d2d29d1d-c10f-4166-a7dd-47b764ca3bf6" providerId="ADAL" clId="{CC7649B8-5416-41B0-BE76-E3317C53DC48}" dt="2026-06-10T10:54:01.710" v="8485" actId="478"/>
          <ac:graphicFrameMkLst>
            <pc:docMk/>
            <pc:sldMk cId="4072088012" sldId="2974"/>
            <ac:graphicFrameMk id="5" creationId="{74AAF740-16CA-6968-6B4B-1E5903B4B6D3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1T17:11:47.594" v="10552"/>
          <ac:graphicFrameMkLst>
            <pc:docMk/>
            <pc:sldMk cId="4072088012" sldId="2974"/>
            <ac:graphicFrameMk id="7" creationId="{F5732BA3-C05D-D11B-EED6-70889D411E71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1T17:11:52.293" v="10554"/>
          <ac:graphicFrameMkLst>
            <pc:docMk/>
            <pc:sldMk cId="4072088012" sldId="2974"/>
            <ac:graphicFrameMk id="8" creationId="{8F376929-325D-A006-7A1C-5752AB0D4499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0T10:53:33.712" v="8479"/>
          <ac:graphicFrameMkLst>
            <pc:docMk/>
            <pc:sldMk cId="4072088012" sldId="2974"/>
            <ac:graphicFrameMk id="8" creationId="{CCF2D913-8A51-EEB1-E26D-D63FD18FF22F}"/>
          </ac:graphicFrameMkLst>
        </pc:graphicFrameChg>
        <pc:graphicFrameChg chg="add del mod">
          <ac:chgData name="Goolsby, Deambria D" userId="d2d29d1d-c10f-4166-a7dd-47b764ca3bf6" providerId="ADAL" clId="{CC7649B8-5416-41B0-BE76-E3317C53DC48}" dt="2026-06-10T22:07:45.775" v="9818" actId="478"/>
          <ac:graphicFrameMkLst>
            <pc:docMk/>
            <pc:sldMk cId="4072088012" sldId="2974"/>
            <ac:graphicFrameMk id="9" creationId="{144FE161-3373-CDC5-3F9C-DDBC25ABBA87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1T17:12:59.061" v="10569"/>
          <ac:graphicFrameMkLst>
            <pc:docMk/>
            <pc:sldMk cId="4072088012" sldId="2974"/>
            <ac:graphicFrameMk id="9" creationId="{FF6A2A94-C95D-DD5B-AF98-8DC2F67C80CB}"/>
          </ac:graphicFrameMkLst>
        </pc:graphicFrameChg>
      </pc:sldChg>
      <pc:sldChg chg="addSp delSp modSp mod modNotesTx">
        <pc:chgData name="Goolsby, Deambria D" userId="d2d29d1d-c10f-4166-a7dd-47b764ca3bf6" providerId="ADAL" clId="{CC7649B8-5416-41B0-BE76-E3317C53DC48}" dt="2026-06-10T10:57:10.827" v="8501" actId="242"/>
        <pc:sldMkLst>
          <pc:docMk/>
          <pc:sldMk cId="2796038885" sldId="2975"/>
        </pc:sldMkLst>
        <pc:spChg chg="add del mod">
          <ac:chgData name="Goolsby, Deambria D" userId="d2d29d1d-c10f-4166-a7dd-47b764ca3bf6" providerId="ADAL" clId="{CC7649B8-5416-41B0-BE76-E3317C53DC48}" dt="2026-06-10T10:54:50.168" v="8488" actId="478"/>
          <ac:spMkLst>
            <pc:docMk/>
            <pc:sldMk cId="2796038885" sldId="2975"/>
            <ac:spMk id="3" creationId="{79D3A626-46C4-2A76-ECFC-C90D27958365}"/>
          </ac:spMkLst>
        </pc:spChg>
        <pc:spChg chg="add del mod">
          <ac:chgData name="Goolsby, Deambria D" userId="d2d29d1d-c10f-4166-a7dd-47b764ca3bf6" providerId="ADAL" clId="{CC7649B8-5416-41B0-BE76-E3317C53DC48}" dt="2026-06-10T10:54:52.168" v="8489" actId="478"/>
          <ac:spMkLst>
            <pc:docMk/>
            <pc:sldMk cId="2796038885" sldId="2975"/>
            <ac:spMk id="6" creationId="{C3BFD8D8-3423-8181-2BD7-624E404C5495}"/>
          </ac:spMkLst>
        </pc:spChg>
        <pc:graphicFrameChg chg="add mod">
          <ac:chgData name="Goolsby, Deambria D" userId="d2d29d1d-c10f-4166-a7dd-47b764ca3bf6" providerId="ADAL" clId="{CC7649B8-5416-41B0-BE76-E3317C53DC48}" dt="2026-05-13T15:28:02.650" v="6710" actId="404"/>
          <ac:graphicFrameMkLst>
            <pc:docMk/>
            <pc:sldMk cId="2796038885" sldId="2975"/>
            <ac:graphicFrameMk id="4" creationId="{4D1CD0BB-6404-DB46-41FF-7047174C167C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5-13T15:28:06.095" v="6711" actId="404"/>
          <ac:graphicFrameMkLst>
            <pc:docMk/>
            <pc:sldMk cId="2796038885" sldId="2975"/>
            <ac:graphicFrameMk id="5" creationId="{AF109AF0-8E5B-43D5-8C46-E8DDC89EB895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6-10T10:55:38.317" v="8497" actId="1076"/>
          <ac:graphicFrameMkLst>
            <pc:docMk/>
            <pc:sldMk cId="2796038885" sldId="2975"/>
            <ac:graphicFrameMk id="7" creationId="{5B9FB129-FFC5-E88A-0B51-F65308987157}"/>
          </ac:graphicFrameMkLst>
        </pc:graphicFrameChg>
        <pc:graphicFrameChg chg="add mod">
          <ac:chgData name="Goolsby, Deambria D" userId="d2d29d1d-c10f-4166-a7dd-47b764ca3bf6" providerId="ADAL" clId="{CC7649B8-5416-41B0-BE76-E3317C53DC48}" dt="2026-05-13T15:28:09.851" v="6712" actId="404"/>
          <ac:graphicFrameMkLst>
            <pc:docMk/>
            <pc:sldMk cId="2796038885" sldId="2975"/>
            <ac:graphicFrameMk id="8" creationId="{75D02DD8-8A70-4268-99DA-25BF04E14521}"/>
          </ac:graphicFrameMkLst>
        </pc:graphicFrameChg>
        <pc:graphicFrameChg chg="add del mod modGraphic">
          <ac:chgData name="Goolsby, Deambria D" userId="d2d29d1d-c10f-4166-a7dd-47b764ca3bf6" providerId="ADAL" clId="{CC7649B8-5416-41B0-BE76-E3317C53DC48}" dt="2026-06-10T10:57:10.827" v="8501" actId="242"/>
          <ac:graphicFrameMkLst>
            <pc:docMk/>
            <pc:sldMk cId="2796038885" sldId="2975"/>
            <ac:graphicFrameMk id="9" creationId="{680A84E3-A69F-6BA7-7ED6-DA01579C17A9}"/>
          </ac:graphicFrameMkLst>
        </pc:graphicFrameChg>
      </pc:sldChg>
      <pc:sldChg chg="addSp delSp modSp mod modNotesTx">
        <pc:chgData name="Goolsby, Deambria D" userId="d2d29d1d-c10f-4166-a7dd-47b764ca3bf6" providerId="ADAL" clId="{CC7649B8-5416-41B0-BE76-E3317C53DC48}" dt="2026-06-11T12:54:22.667" v="9939" actId="14100"/>
        <pc:sldMkLst>
          <pc:docMk/>
          <pc:sldMk cId="3901635376" sldId="2976"/>
        </pc:sldMkLst>
        <pc:spChg chg="add del mod">
          <ac:chgData name="Goolsby, Deambria D" userId="d2d29d1d-c10f-4166-a7dd-47b764ca3bf6" providerId="ADAL" clId="{CC7649B8-5416-41B0-BE76-E3317C53DC48}" dt="2026-06-10T13:37:32.395" v="8808" actId="478"/>
          <ac:spMkLst>
            <pc:docMk/>
            <pc:sldMk cId="3901635376" sldId="2976"/>
            <ac:spMk id="2" creationId="{B16BC22E-B76C-96A6-C705-A2866BD47B71}"/>
          </ac:spMkLst>
        </pc:spChg>
        <pc:picChg chg="add del mod">
          <ac:chgData name="Goolsby, Deambria D" userId="d2d29d1d-c10f-4166-a7dd-47b764ca3bf6" providerId="ADAL" clId="{CC7649B8-5416-41B0-BE76-E3317C53DC48}" dt="2026-06-10T13:37:10.671" v="8803" actId="478"/>
          <ac:picMkLst>
            <pc:docMk/>
            <pc:sldMk cId="3901635376" sldId="2976"/>
            <ac:picMk id="3" creationId="{4A077EE6-EFE2-8862-5B1A-2965D4E5F770}"/>
          </ac:picMkLst>
        </pc:picChg>
        <pc:picChg chg="add mod">
          <ac:chgData name="Goolsby, Deambria D" userId="d2d29d1d-c10f-4166-a7dd-47b764ca3bf6" providerId="ADAL" clId="{CC7649B8-5416-41B0-BE76-E3317C53DC48}" dt="2026-06-11T12:54:22.667" v="9939" actId="14100"/>
          <ac:picMkLst>
            <pc:docMk/>
            <pc:sldMk cId="3901635376" sldId="2976"/>
            <ac:picMk id="3" creationId="{BB23DD73-5918-3909-BB2E-3D183FAAD1A7}"/>
          </ac:picMkLst>
        </pc:picChg>
        <pc:picChg chg="add del mod">
          <ac:chgData name="Goolsby, Deambria D" userId="d2d29d1d-c10f-4166-a7dd-47b764ca3bf6" providerId="ADAL" clId="{CC7649B8-5416-41B0-BE76-E3317C53DC48}" dt="2026-06-10T13:48:24.220" v="8809" actId="478"/>
          <ac:picMkLst>
            <pc:docMk/>
            <pc:sldMk cId="3901635376" sldId="2976"/>
            <ac:picMk id="5" creationId="{E56E5FFC-71FD-E117-4DB2-06EA080A6DE3}"/>
          </ac:picMkLst>
        </pc:picChg>
        <pc:picChg chg="add del mod">
          <ac:chgData name="Goolsby, Deambria D" userId="d2d29d1d-c10f-4166-a7dd-47b764ca3bf6" providerId="ADAL" clId="{CC7649B8-5416-41B0-BE76-E3317C53DC48}" dt="2026-06-11T12:54:15.601" v="9936" actId="478"/>
          <ac:picMkLst>
            <pc:docMk/>
            <pc:sldMk cId="3901635376" sldId="2976"/>
            <ac:picMk id="7" creationId="{A726DAEE-88F3-459C-141D-B2666FB3E0A7}"/>
          </ac:picMkLst>
        </pc:picChg>
      </pc:sldChg>
      <pc:sldChg chg="addSp delSp modSp add mod modShow">
        <pc:chgData name="Goolsby, Deambria D" userId="d2d29d1d-c10f-4166-a7dd-47b764ca3bf6" providerId="ADAL" clId="{CC7649B8-5416-41B0-BE76-E3317C53DC48}" dt="2026-06-11T17:18:29.578" v="10691" actId="14100"/>
        <pc:sldMkLst>
          <pc:docMk/>
          <pc:sldMk cId="3339799902" sldId="2977"/>
        </pc:sldMkLst>
        <pc:spChg chg="mod">
          <ac:chgData name="Goolsby, Deambria D" userId="d2d29d1d-c10f-4166-a7dd-47b764ca3bf6" providerId="ADAL" clId="{CC7649B8-5416-41B0-BE76-E3317C53DC48}" dt="2026-06-11T17:18:29.578" v="10691" actId="14100"/>
          <ac:spMkLst>
            <pc:docMk/>
            <pc:sldMk cId="3339799902" sldId="2977"/>
            <ac:spMk id="3" creationId="{6C71827B-2F2A-EE68-4DA8-45787704595E}"/>
          </ac:spMkLst>
        </pc:spChg>
        <pc:spChg chg="add del mod">
          <ac:chgData name="Goolsby, Deambria D" userId="d2d29d1d-c10f-4166-a7dd-47b764ca3bf6" providerId="ADAL" clId="{CC7649B8-5416-41B0-BE76-E3317C53DC48}" dt="2026-06-11T17:17:13.866" v="10679" actId="478"/>
          <ac:spMkLst>
            <pc:docMk/>
            <pc:sldMk cId="3339799902" sldId="2977"/>
            <ac:spMk id="6" creationId="{C659F617-58F7-A113-FF57-8EF6F556CC2F}"/>
          </ac:spMkLst>
        </pc:spChg>
        <pc:spChg chg="add mod">
          <ac:chgData name="Goolsby, Deambria D" userId="d2d29d1d-c10f-4166-a7dd-47b764ca3bf6" providerId="ADAL" clId="{CC7649B8-5416-41B0-BE76-E3317C53DC48}" dt="2026-06-11T17:17:52.025" v="10684"/>
          <ac:spMkLst>
            <pc:docMk/>
            <pc:sldMk cId="3339799902" sldId="2977"/>
            <ac:spMk id="7" creationId="{A8B73700-61E3-DE82-BF53-08291FF02C23}"/>
          </ac:spMkLst>
        </pc:spChg>
        <pc:spChg chg="add mod">
          <ac:chgData name="Goolsby, Deambria D" userId="d2d29d1d-c10f-4166-a7dd-47b764ca3bf6" providerId="ADAL" clId="{CC7649B8-5416-41B0-BE76-E3317C53DC48}" dt="2026-06-11T17:18:15.661" v="10688"/>
          <ac:spMkLst>
            <pc:docMk/>
            <pc:sldMk cId="3339799902" sldId="2977"/>
            <ac:spMk id="12" creationId="{02F2461E-1623-D8E9-241A-491F559904C1}"/>
          </ac:spMkLst>
        </pc:spChg>
        <pc:spChg chg="del">
          <ac:chgData name="Goolsby, Deambria D" userId="d2d29d1d-c10f-4166-a7dd-47b764ca3bf6" providerId="ADAL" clId="{CC7649B8-5416-41B0-BE76-E3317C53DC48}" dt="2026-06-11T17:17:08.785" v="10678" actId="478"/>
          <ac:spMkLst>
            <pc:docMk/>
            <pc:sldMk cId="3339799902" sldId="2977"/>
            <ac:spMk id="13" creationId="{32C22505-41AA-595C-05C2-0C4235E94DDF}"/>
          </ac:spMkLst>
        </pc:spChg>
        <pc:spChg chg="del">
          <ac:chgData name="Goolsby, Deambria D" userId="d2d29d1d-c10f-4166-a7dd-47b764ca3bf6" providerId="ADAL" clId="{CC7649B8-5416-41B0-BE76-E3317C53DC48}" dt="2026-06-11T17:17:08.785" v="10678" actId="478"/>
          <ac:spMkLst>
            <pc:docMk/>
            <pc:sldMk cId="3339799902" sldId="2977"/>
            <ac:spMk id="14" creationId="{C3EE8AA4-D2DB-DE9C-C42C-5C8E412D105C}"/>
          </ac:spMkLst>
        </pc:spChg>
        <pc:spChg chg="del">
          <ac:chgData name="Goolsby, Deambria D" userId="d2d29d1d-c10f-4166-a7dd-47b764ca3bf6" providerId="ADAL" clId="{CC7649B8-5416-41B0-BE76-E3317C53DC48}" dt="2026-06-11T17:17:08.785" v="10678" actId="478"/>
          <ac:spMkLst>
            <pc:docMk/>
            <pc:sldMk cId="3339799902" sldId="2977"/>
            <ac:spMk id="15" creationId="{F94700F6-C452-DB2D-78AA-3BEC3F9E0647}"/>
          </ac:spMkLst>
        </pc:spChg>
        <pc:spChg chg="del">
          <ac:chgData name="Goolsby, Deambria D" userId="d2d29d1d-c10f-4166-a7dd-47b764ca3bf6" providerId="ADAL" clId="{CC7649B8-5416-41B0-BE76-E3317C53DC48}" dt="2026-06-11T17:17:08.785" v="10678" actId="478"/>
          <ac:spMkLst>
            <pc:docMk/>
            <pc:sldMk cId="3339799902" sldId="2977"/>
            <ac:spMk id="17" creationId="{67C968B4-344E-B94E-D50E-C8F5D63E862F}"/>
          </ac:spMkLst>
        </pc:spChg>
        <pc:spChg chg="del">
          <ac:chgData name="Goolsby, Deambria D" userId="d2d29d1d-c10f-4166-a7dd-47b764ca3bf6" providerId="ADAL" clId="{CC7649B8-5416-41B0-BE76-E3317C53DC48}" dt="2026-06-11T17:17:08.785" v="10678" actId="478"/>
          <ac:spMkLst>
            <pc:docMk/>
            <pc:sldMk cId="3339799902" sldId="2977"/>
            <ac:spMk id="18" creationId="{626C502E-D709-8EC3-E1AA-E4595DD6EB53}"/>
          </ac:spMkLst>
        </pc:spChg>
        <pc:spChg chg="del">
          <ac:chgData name="Goolsby, Deambria D" userId="d2d29d1d-c10f-4166-a7dd-47b764ca3bf6" providerId="ADAL" clId="{CC7649B8-5416-41B0-BE76-E3317C53DC48}" dt="2026-06-11T17:17:08.785" v="10678" actId="478"/>
          <ac:spMkLst>
            <pc:docMk/>
            <pc:sldMk cId="3339799902" sldId="2977"/>
            <ac:spMk id="19" creationId="{DD26EA63-8168-E7BB-2EF4-7BE27C4876BC}"/>
          </ac:spMkLst>
        </pc:spChg>
        <pc:spChg chg="del">
          <ac:chgData name="Goolsby, Deambria D" userId="d2d29d1d-c10f-4166-a7dd-47b764ca3bf6" providerId="ADAL" clId="{CC7649B8-5416-41B0-BE76-E3317C53DC48}" dt="2026-06-11T17:17:08.785" v="10678" actId="478"/>
          <ac:spMkLst>
            <pc:docMk/>
            <pc:sldMk cId="3339799902" sldId="2977"/>
            <ac:spMk id="20" creationId="{029C1617-3F4F-1475-8FB3-7B21D611AE08}"/>
          </ac:spMkLst>
        </pc:spChg>
        <pc:spChg chg="del">
          <ac:chgData name="Goolsby, Deambria D" userId="d2d29d1d-c10f-4166-a7dd-47b764ca3bf6" providerId="ADAL" clId="{CC7649B8-5416-41B0-BE76-E3317C53DC48}" dt="2026-06-11T17:17:08.785" v="10678" actId="478"/>
          <ac:spMkLst>
            <pc:docMk/>
            <pc:sldMk cId="3339799902" sldId="2977"/>
            <ac:spMk id="24" creationId="{6D19484A-E6DE-C602-382F-D1A43F0803AC}"/>
          </ac:spMkLst>
        </pc:spChg>
        <pc:spChg chg="del">
          <ac:chgData name="Goolsby, Deambria D" userId="d2d29d1d-c10f-4166-a7dd-47b764ca3bf6" providerId="ADAL" clId="{CC7649B8-5416-41B0-BE76-E3317C53DC48}" dt="2026-06-11T17:17:08.785" v="10678" actId="478"/>
          <ac:spMkLst>
            <pc:docMk/>
            <pc:sldMk cId="3339799902" sldId="2977"/>
            <ac:spMk id="27" creationId="{C5DCF166-FE24-84C7-55BE-50AD5A8B0674}"/>
          </ac:spMkLst>
        </pc:spChg>
        <pc:spChg chg="mod">
          <ac:chgData name="Goolsby, Deambria D" userId="d2d29d1d-c10f-4166-a7dd-47b764ca3bf6" providerId="ADAL" clId="{CC7649B8-5416-41B0-BE76-E3317C53DC48}" dt="2026-06-11T17:18:26.705" v="10690" actId="14100"/>
          <ac:spMkLst>
            <pc:docMk/>
            <pc:sldMk cId="3339799902" sldId="2977"/>
            <ac:spMk id="28" creationId="{4309244F-E3AB-B760-06CF-1508DFC23831}"/>
          </ac:spMkLst>
        </pc:spChg>
        <pc:spChg chg="del">
          <ac:chgData name="Goolsby, Deambria D" userId="d2d29d1d-c10f-4166-a7dd-47b764ca3bf6" providerId="ADAL" clId="{CC7649B8-5416-41B0-BE76-E3317C53DC48}" dt="2026-06-11T17:17:08.785" v="10678" actId="478"/>
          <ac:spMkLst>
            <pc:docMk/>
            <pc:sldMk cId="3339799902" sldId="2977"/>
            <ac:spMk id="31" creationId="{37857683-0451-FE9D-5EF3-9E9DD6A44B2B}"/>
          </ac:spMkLst>
        </pc:spChg>
        <pc:graphicFrameChg chg="add mod">
          <ac:chgData name="Goolsby, Deambria D" userId="d2d29d1d-c10f-4166-a7dd-47b764ca3bf6" providerId="ADAL" clId="{CC7649B8-5416-41B0-BE76-E3317C53DC48}" dt="2026-06-11T17:17:44.774" v="10683"/>
          <ac:graphicFrameMkLst>
            <pc:docMk/>
            <pc:sldMk cId="3339799902" sldId="2977"/>
            <ac:graphicFrameMk id="8" creationId="{3C4FFCB4-BE5B-9BD6-C4F4-7A309B59FD54}"/>
          </ac:graphicFrameMkLst>
        </pc:graphicFrameChg>
      </pc:sldChg>
      <pc:sldChg chg="delSp modSp add mod modShow">
        <pc:chgData name="Goolsby, Deambria D" userId="d2d29d1d-c10f-4166-a7dd-47b764ca3bf6" providerId="ADAL" clId="{CC7649B8-5416-41B0-BE76-E3317C53DC48}" dt="2026-06-03T20:08:22.751" v="8374" actId="729"/>
        <pc:sldMkLst>
          <pc:docMk/>
          <pc:sldMk cId="3312745343" sldId="2978"/>
        </pc:sldMkLst>
        <pc:spChg chg="mod">
          <ac:chgData name="Goolsby, Deambria D" userId="d2d29d1d-c10f-4166-a7dd-47b764ca3bf6" providerId="ADAL" clId="{CC7649B8-5416-41B0-BE76-E3317C53DC48}" dt="2026-05-15T00:57:21.279" v="8088" actId="14100"/>
          <ac:spMkLst>
            <pc:docMk/>
            <pc:sldMk cId="3312745343" sldId="2978"/>
            <ac:spMk id="3" creationId="{8F5B0932-E1D1-2816-74F7-98C45E3BC8DC}"/>
          </ac:spMkLst>
        </pc:spChg>
        <pc:spChg chg="mod">
          <ac:chgData name="Goolsby, Deambria D" userId="d2d29d1d-c10f-4166-a7dd-47b764ca3bf6" providerId="ADAL" clId="{CC7649B8-5416-41B0-BE76-E3317C53DC48}" dt="2026-05-15T00:58:01.247" v="8110" actId="1035"/>
          <ac:spMkLst>
            <pc:docMk/>
            <pc:sldMk cId="3312745343" sldId="2978"/>
            <ac:spMk id="4" creationId="{103054C1-C15B-119C-E4AD-668A7237B7B7}"/>
          </ac:spMkLst>
        </pc:spChg>
        <pc:spChg chg="mod">
          <ac:chgData name="Goolsby, Deambria D" userId="d2d29d1d-c10f-4166-a7dd-47b764ca3bf6" providerId="ADAL" clId="{CC7649B8-5416-41B0-BE76-E3317C53DC48}" dt="2026-05-15T00:58:01.247" v="8110" actId="1035"/>
          <ac:spMkLst>
            <pc:docMk/>
            <pc:sldMk cId="3312745343" sldId="2978"/>
            <ac:spMk id="5" creationId="{DFF6CF0C-051F-D4E3-DEBF-742E0D119553}"/>
          </ac:spMkLst>
        </pc:spChg>
        <pc:spChg chg="mod">
          <ac:chgData name="Goolsby, Deambria D" userId="d2d29d1d-c10f-4166-a7dd-47b764ca3bf6" providerId="ADAL" clId="{CC7649B8-5416-41B0-BE76-E3317C53DC48}" dt="2026-05-15T00:56:56.529" v="8071" actId="5793"/>
          <ac:spMkLst>
            <pc:docMk/>
            <pc:sldMk cId="3312745343" sldId="2978"/>
            <ac:spMk id="7" creationId="{CBC3A4F2-5D7A-9C00-7292-24979229B6D4}"/>
          </ac:spMkLst>
        </pc:spChg>
        <pc:spChg chg="mod">
          <ac:chgData name="Goolsby, Deambria D" userId="d2d29d1d-c10f-4166-a7dd-47b764ca3bf6" providerId="ADAL" clId="{CC7649B8-5416-41B0-BE76-E3317C53DC48}" dt="2026-05-15T00:58:01.247" v="8110" actId="1035"/>
          <ac:spMkLst>
            <pc:docMk/>
            <pc:sldMk cId="3312745343" sldId="2978"/>
            <ac:spMk id="12" creationId="{380652A2-9320-AFF7-DB6F-251AB54A4145}"/>
          </ac:spMkLst>
        </pc:spChg>
        <pc:spChg chg="mod">
          <ac:chgData name="Goolsby, Deambria D" userId="d2d29d1d-c10f-4166-a7dd-47b764ca3bf6" providerId="ADAL" clId="{CC7649B8-5416-41B0-BE76-E3317C53DC48}" dt="2026-05-15T00:58:01.247" v="8110" actId="1035"/>
          <ac:spMkLst>
            <pc:docMk/>
            <pc:sldMk cId="3312745343" sldId="2978"/>
            <ac:spMk id="13" creationId="{5EE547F7-9D4A-3D41-C401-CAFCAFF60C2C}"/>
          </ac:spMkLst>
        </pc:spChg>
        <pc:spChg chg="mod">
          <ac:chgData name="Goolsby, Deambria D" userId="d2d29d1d-c10f-4166-a7dd-47b764ca3bf6" providerId="ADAL" clId="{CC7649B8-5416-41B0-BE76-E3317C53DC48}" dt="2026-05-15T00:58:01.247" v="8110" actId="1035"/>
          <ac:spMkLst>
            <pc:docMk/>
            <pc:sldMk cId="3312745343" sldId="2978"/>
            <ac:spMk id="14" creationId="{A6DBA912-A470-1F2F-9344-4C6B9E1034B4}"/>
          </ac:spMkLst>
        </pc:spChg>
        <pc:spChg chg="mod">
          <ac:chgData name="Goolsby, Deambria D" userId="d2d29d1d-c10f-4166-a7dd-47b764ca3bf6" providerId="ADAL" clId="{CC7649B8-5416-41B0-BE76-E3317C53DC48}" dt="2026-05-15T00:57:09.976" v="8086" actId="1035"/>
          <ac:spMkLst>
            <pc:docMk/>
            <pc:sldMk cId="3312745343" sldId="2978"/>
            <ac:spMk id="15" creationId="{9510B278-0000-A106-C4A5-7D8CE97027A4}"/>
          </ac:spMkLst>
        </pc:spChg>
        <pc:spChg chg="mod">
          <ac:chgData name="Goolsby, Deambria D" userId="d2d29d1d-c10f-4166-a7dd-47b764ca3bf6" providerId="ADAL" clId="{CC7649B8-5416-41B0-BE76-E3317C53DC48}" dt="2026-05-15T00:58:41.184" v="8113" actId="313"/>
          <ac:spMkLst>
            <pc:docMk/>
            <pc:sldMk cId="3312745343" sldId="2978"/>
            <ac:spMk id="17" creationId="{694B4016-2F8A-80D1-6C5B-05DC63319372}"/>
          </ac:spMkLst>
        </pc:spChg>
        <pc:spChg chg="mod">
          <ac:chgData name="Goolsby, Deambria D" userId="d2d29d1d-c10f-4166-a7dd-47b764ca3bf6" providerId="ADAL" clId="{CC7649B8-5416-41B0-BE76-E3317C53DC48}" dt="2026-05-15T00:58:01.247" v="8110" actId="1035"/>
          <ac:spMkLst>
            <pc:docMk/>
            <pc:sldMk cId="3312745343" sldId="2978"/>
            <ac:spMk id="18" creationId="{5CEB21F4-85DF-C9DB-2B08-BB953466D371}"/>
          </ac:spMkLst>
        </pc:spChg>
        <pc:spChg chg="mod">
          <ac:chgData name="Goolsby, Deambria D" userId="d2d29d1d-c10f-4166-a7dd-47b764ca3bf6" providerId="ADAL" clId="{CC7649B8-5416-41B0-BE76-E3317C53DC48}" dt="2026-05-15T00:58:01.247" v="8110" actId="1035"/>
          <ac:spMkLst>
            <pc:docMk/>
            <pc:sldMk cId="3312745343" sldId="2978"/>
            <ac:spMk id="19" creationId="{1F3CC460-BCD8-3CF9-3C6D-0C2F87D812BC}"/>
          </ac:spMkLst>
        </pc:spChg>
        <pc:spChg chg="mod">
          <ac:chgData name="Goolsby, Deambria D" userId="d2d29d1d-c10f-4166-a7dd-47b764ca3bf6" providerId="ADAL" clId="{CC7649B8-5416-41B0-BE76-E3317C53DC48}" dt="2026-05-15T00:58:01.247" v="8110" actId="1035"/>
          <ac:spMkLst>
            <pc:docMk/>
            <pc:sldMk cId="3312745343" sldId="2978"/>
            <ac:spMk id="20" creationId="{6D5EF849-66F0-AB15-E622-2B5052A2A1E8}"/>
          </ac:spMkLst>
        </pc:spChg>
        <pc:spChg chg="mod">
          <ac:chgData name="Goolsby, Deambria D" userId="d2d29d1d-c10f-4166-a7dd-47b764ca3bf6" providerId="ADAL" clId="{CC7649B8-5416-41B0-BE76-E3317C53DC48}" dt="2026-05-15T00:51:51.972" v="7925" actId="14100"/>
          <ac:spMkLst>
            <pc:docMk/>
            <pc:sldMk cId="3312745343" sldId="2978"/>
            <ac:spMk id="21" creationId="{9BDB6F3D-F434-F489-D60B-8FCEDB853C28}"/>
          </ac:spMkLst>
        </pc:spChg>
        <pc:spChg chg="mod">
          <ac:chgData name="Goolsby, Deambria D" userId="d2d29d1d-c10f-4166-a7dd-47b764ca3bf6" providerId="ADAL" clId="{CC7649B8-5416-41B0-BE76-E3317C53DC48}" dt="2026-05-15T00:58:01.247" v="8110" actId="1035"/>
          <ac:spMkLst>
            <pc:docMk/>
            <pc:sldMk cId="3312745343" sldId="2978"/>
            <ac:spMk id="24" creationId="{AC1961D8-13A9-9B6E-E799-40E43BFA8373}"/>
          </ac:spMkLst>
        </pc:spChg>
        <pc:spChg chg="mod">
          <ac:chgData name="Goolsby, Deambria D" userId="d2d29d1d-c10f-4166-a7dd-47b764ca3bf6" providerId="ADAL" clId="{CC7649B8-5416-41B0-BE76-E3317C53DC48}" dt="2026-05-15T00:58:19.841" v="8111" actId="552"/>
          <ac:spMkLst>
            <pc:docMk/>
            <pc:sldMk cId="3312745343" sldId="2978"/>
            <ac:spMk id="26" creationId="{CE77487B-C845-B93A-74C3-51BF14DAA0E3}"/>
          </ac:spMkLst>
        </pc:spChg>
        <pc:spChg chg="mod">
          <ac:chgData name="Goolsby, Deambria D" userId="d2d29d1d-c10f-4166-a7dd-47b764ca3bf6" providerId="ADAL" clId="{CC7649B8-5416-41B0-BE76-E3317C53DC48}" dt="2026-05-15T00:58:19.841" v="8111" actId="552"/>
          <ac:spMkLst>
            <pc:docMk/>
            <pc:sldMk cId="3312745343" sldId="2978"/>
            <ac:spMk id="27" creationId="{06A69623-CA5E-CC04-9A5E-6B57598260CB}"/>
          </ac:spMkLst>
        </pc:spChg>
        <pc:spChg chg="mod">
          <ac:chgData name="Goolsby, Deambria D" userId="d2d29d1d-c10f-4166-a7dd-47b764ca3bf6" providerId="ADAL" clId="{CC7649B8-5416-41B0-BE76-E3317C53DC48}" dt="2026-05-15T00:57:17.858" v="8087" actId="14100"/>
          <ac:spMkLst>
            <pc:docMk/>
            <pc:sldMk cId="3312745343" sldId="2978"/>
            <ac:spMk id="28" creationId="{E9EE47BB-EF40-B011-64D2-68E317A32C04}"/>
          </ac:spMkLst>
        </pc:spChg>
        <pc:spChg chg="mod">
          <ac:chgData name="Goolsby, Deambria D" userId="d2d29d1d-c10f-4166-a7dd-47b764ca3bf6" providerId="ADAL" clId="{CC7649B8-5416-41B0-BE76-E3317C53DC48}" dt="2026-05-15T00:58:01.247" v="8110" actId="1035"/>
          <ac:spMkLst>
            <pc:docMk/>
            <pc:sldMk cId="3312745343" sldId="2978"/>
            <ac:spMk id="30" creationId="{320FCAC2-3EB0-4CB7-E2E9-655902EC21C6}"/>
          </ac:spMkLst>
        </pc:spChg>
        <pc:spChg chg="mod">
          <ac:chgData name="Goolsby, Deambria D" userId="d2d29d1d-c10f-4166-a7dd-47b764ca3bf6" providerId="ADAL" clId="{CC7649B8-5416-41B0-BE76-E3317C53DC48}" dt="2026-05-15T00:57:09.976" v="8086" actId="1035"/>
          <ac:spMkLst>
            <pc:docMk/>
            <pc:sldMk cId="3312745343" sldId="2978"/>
            <ac:spMk id="31" creationId="{2CD9749D-76DD-C08C-F015-81F401FA70F9}"/>
          </ac:spMkLst>
        </pc:spChg>
      </pc:sldChg>
      <pc:sldChg chg="add">
        <pc:chgData name="Goolsby, Deambria D" userId="d2d29d1d-c10f-4166-a7dd-47b764ca3bf6" providerId="ADAL" clId="{CC7649B8-5416-41B0-BE76-E3317C53DC48}" dt="2026-06-11T17:16:58.528" v="10676" actId="2890"/>
        <pc:sldMkLst>
          <pc:docMk/>
          <pc:sldMk cId="959742863" sldId="2979"/>
        </pc:sldMkLst>
      </pc:sldChg>
      <pc:sldChg chg="modSp add mod ord">
        <pc:chgData name="Goolsby, Deambria D" userId="d2d29d1d-c10f-4166-a7dd-47b764ca3bf6" providerId="ADAL" clId="{CC7649B8-5416-41B0-BE76-E3317C53DC48}" dt="2026-06-11T17:30:50.632" v="10923" actId="14100"/>
        <pc:sldMkLst>
          <pc:docMk/>
          <pc:sldMk cId="2227417760" sldId="2980"/>
        </pc:sldMkLst>
        <pc:spChg chg="mod">
          <ac:chgData name="Goolsby, Deambria D" userId="d2d29d1d-c10f-4166-a7dd-47b764ca3bf6" providerId="ADAL" clId="{CC7649B8-5416-41B0-BE76-E3317C53DC48}" dt="2026-06-11T17:30:48.619" v="10922" actId="14100"/>
          <ac:spMkLst>
            <pc:docMk/>
            <pc:sldMk cId="2227417760" sldId="2980"/>
            <ac:spMk id="3" creationId="{99F78224-6642-93D6-1CE0-FA32B56CC941}"/>
          </ac:spMkLst>
        </pc:spChg>
        <pc:spChg chg="mod">
          <ac:chgData name="Goolsby, Deambria D" userId="d2d29d1d-c10f-4166-a7dd-47b764ca3bf6" providerId="ADAL" clId="{CC7649B8-5416-41B0-BE76-E3317C53DC48}" dt="2026-06-11T17:28:47.114" v="10899" actId="20577"/>
          <ac:spMkLst>
            <pc:docMk/>
            <pc:sldMk cId="2227417760" sldId="2980"/>
            <ac:spMk id="7" creationId="{C22AB07D-F720-2CAE-15B6-B00271248C95}"/>
          </ac:spMkLst>
        </pc:spChg>
        <pc:spChg chg="mod">
          <ac:chgData name="Goolsby, Deambria D" userId="d2d29d1d-c10f-4166-a7dd-47b764ca3bf6" providerId="ADAL" clId="{CC7649B8-5416-41B0-BE76-E3317C53DC48}" dt="2026-06-11T17:30:37.351" v="10920" actId="20577"/>
          <ac:spMkLst>
            <pc:docMk/>
            <pc:sldMk cId="2227417760" sldId="2980"/>
            <ac:spMk id="12" creationId="{D87B7274-239C-9F38-F5DD-8DED60E312CB}"/>
          </ac:spMkLst>
        </pc:spChg>
        <pc:spChg chg="mod">
          <ac:chgData name="Goolsby, Deambria D" userId="d2d29d1d-c10f-4166-a7dd-47b764ca3bf6" providerId="ADAL" clId="{CC7649B8-5416-41B0-BE76-E3317C53DC48}" dt="2026-06-11T17:25:17.165" v="10836" actId="20577"/>
          <ac:spMkLst>
            <pc:docMk/>
            <pc:sldMk cId="2227417760" sldId="2980"/>
            <ac:spMk id="21" creationId="{AB439E20-19ED-59AB-3E1E-24D1E412BEAC}"/>
          </ac:spMkLst>
        </pc:spChg>
        <pc:spChg chg="mod">
          <ac:chgData name="Goolsby, Deambria D" userId="d2d29d1d-c10f-4166-a7dd-47b764ca3bf6" providerId="ADAL" clId="{CC7649B8-5416-41B0-BE76-E3317C53DC48}" dt="2026-06-11T17:30:50.632" v="10923" actId="14100"/>
          <ac:spMkLst>
            <pc:docMk/>
            <pc:sldMk cId="2227417760" sldId="2980"/>
            <ac:spMk id="28" creationId="{02D80F8D-3406-2B62-7667-F142687BD391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themeOverride" Target="../theme/themeOverride2.xml"/><Relationship Id="rId4" Type="http://schemas.openxmlformats.org/officeDocument/2006/relationships/oleObject" Target="https://deltaairlines.sharepoint.com/sites/DL002488/MPR%20%20Research/GSE%20MPR%20Documents/2%20-%20Scorecards/New%20GSE%20MPR%20Workings.xlsx" TargetMode="External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themeOverride" Target="../theme/themeOverride3.xml"/><Relationship Id="rId4" Type="http://schemas.openxmlformats.org/officeDocument/2006/relationships/oleObject" Target="https://deltaairlines.sharepoint.com/sites/DL002488/MPR%20%20Research/GSE%20MPR%20Documents/2%20-%20Scorecards/New%20GSE%20MPR%20Workings.xlsx" TargetMode="External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themeOverride" Target="../theme/themeOverride4.xml"/><Relationship Id="rId4" Type="http://schemas.openxmlformats.org/officeDocument/2006/relationships/oleObject" Target="https://deltaairlines.sharepoint.com/sites/DL002488/MPR%20%20Research/GSE%20MPR%20Documents/2%20-%20Scorecards/New%20GSE%20MPR%20Workings.xlsx" TargetMode="External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themeOverride" Target="../theme/themeOverride5.xml"/><Relationship Id="rId4" Type="http://schemas.openxmlformats.org/officeDocument/2006/relationships/package" Target="../embeddings/Microsoft_Excel_Worksheet2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themeOverride" Target="../theme/themeOverride6.xml"/><Relationship Id="rId4" Type="http://schemas.openxmlformats.org/officeDocument/2006/relationships/package" Target="../embeddings/Microsoft_Excel_Worksheet3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7.xml"/><Relationship Id="rId4" Type="http://schemas.openxmlformats.org/officeDocument/2006/relationships/package" Target="../embeddings/Microsoft_Excel_Worksheet5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themeOverride" Target="../theme/themeOverride8.xml"/><Relationship Id="rId4" Type="http://schemas.openxmlformats.org/officeDocument/2006/relationships/package" Target="../embeddings/Microsoft_Excel_Worksheet6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themeOverride" Target="../theme/themeOverride9.xml"/><Relationship Id="rId4" Type="http://schemas.openxmlformats.org/officeDocument/2006/relationships/package" Target="../embeddings/Microsoft_Excel_Worksheet7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themeOverride" Target="../theme/themeOverride10.xml"/><Relationship Id="rId4" Type="http://schemas.openxmlformats.org/officeDocument/2006/relationships/package" Target="../embeddings/Microsoft_Excel_Worksheet8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themeOverride" Target="../theme/themeOverride11.xml"/><Relationship Id="rId4" Type="http://schemas.openxmlformats.org/officeDocument/2006/relationships/package" Target="../embeddings/Microsoft_Excel_Worksheet9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Year</c:v>
                </c:pt>
              </c:strCache>
            </c:strRef>
          </c:tx>
          <c:spPr>
            <a:solidFill>
              <a:srgbClr val="FFCCCC"/>
            </a:solidFill>
            <a:ln>
              <a:solidFill>
                <a:srgbClr val="FFCCCC"/>
              </a:solidFill>
            </a:ln>
            <a:effectLst/>
          </c:spPr>
          <c:invertIfNegative val="0"/>
          <c:dPt>
            <c:idx val="12"/>
            <c:invertIfNegative val="0"/>
            <c:bubble3D val="0"/>
            <c:spPr>
              <a:solidFill>
                <a:srgbClr val="C1F0C8"/>
              </a:solidFill>
              <a:ln>
                <a:solidFill>
                  <a:srgbClr val="C1F0C8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BF3-45FA-9E1A-1C080C9E0EEA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BF3-45FA-9E1A-1C080C9E0EEA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BF3-45FA-9E1A-1C080C9E0EEA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BF3-45FA-9E1A-1C080C9E0EEA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12">
                  <c:v>1.7183009146726262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BF3-45FA-9E1A-1C080C9E0E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05421424"/>
        <c:axId val="491638144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Goal</c:v>
                </c:pt>
              </c:strCache>
            </c:strRef>
          </c:tx>
          <c:spPr>
            <a:ln w="15875" cap="rnd">
              <a:solidFill>
                <a:srgbClr val="7799CC"/>
              </a:solidFill>
              <a:prstDash val="sysDash"/>
              <a:round/>
            </a:ln>
            <a:effectLst/>
          </c:spPr>
          <c:marker>
            <c:symbol val="square"/>
            <c:size val="5"/>
            <c:spPr>
              <a:solidFill>
                <a:srgbClr val="7799CC"/>
              </a:solidFill>
              <a:ln w="9525" cap="sq">
                <a:solidFill>
                  <a:srgbClr val="7799CC"/>
                </a:solidFill>
                <a:bevel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2BF3-45FA-9E1A-1C080C9E0EE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P1Y</c:v>
                </c:pt>
              </c:strCache>
            </c:strRef>
          </c:tx>
          <c:spPr>
            <a:ln w="15875" cap="rnd">
              <a:solidFill>
                <a:srgbClr val="808080"/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2BF3-45FA-9E1A-1C080C9E0E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05421424"/>
        <c:axId val="491638144"/>
      </c:lineChart>
      <c:catAx>
        <c:axId val="10054214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  <a:alpha val="92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1638144"/>
        <c:crosses val="autoZero"/>
        <c:auto val="1"/>
        <c:lblAlgn val="ctr"/>
        <c:lblOffset val="100"/>
        <c:noMultiLvlLbl val="0"/>
      </c:catAx>
      <c:valAx>
        <c:axId val="491638144"/>
        <c:scaling>
          <c:orientation val="minMax"/>
          <c:max val="6"/>
        </c:scaling>
        <c:delete val="0"/>
        <c:axPos val="l"/>
        <c:numFmt formatCode="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5421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prstDash val="sysDot"/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r>
              <a:rPr lang="en-US" sz="900" dirty="0"/>
              <a:t>Leadership Engagement</a:t>
            </a:r>
          </a:p>
        </c:rich>
      </c:tx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8194444444444448E-2"/>
          <c:y val="0.15587994522588983"/>
          <c:w val="0.92361111111111116"/>
          <c:h val="0.5535915358417143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PEOPLE!$J$23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336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PEOPLE!$K$22:$W$22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PEOPLE!$K$23:$W$23</c:f>
              <c:numCache>
                <c:formatCode>#,##0.0</c:formatCode>
                <c:ptCount val="13"/>
                <c:pt idx="0">
                  <c:v>85</c:v>
                </c:pt>
                <c:pt idx="1">
                  <c:v>81</c:v>
                </c:pt>
                <c:pt idx="2">
                  <c:v>80</c:v>
                </c:pt>
                <c:pt idx="3">
                  <c:v>95</c:v>
                </c:pt>
                <c:pt idx="12">
                  <c:v>83.238636364000001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12-43CF-9D61-45383A1AA9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148452343"/>
        <c:axId val="148451263"/>
      </c:barChart>
      <c:lineChart>
        <c:grouping val="standard"/>
        <c:varyColors val="0"/>
        <c:ser>
          <c:idx val="1"/>
          <c:order val="1"/>
          <c:tx>
            <c:strRef>
              <c:f>PEOPLE!$J$24</c:f>
              <c:strCache>
                <c:ptCount val="1"/>
                <c:pt idx="0">
                  <c:v>Goal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PEOPLE!$K$22:$W$22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PEOPLE!$K$24:$W$24</c:f>
              <c:numCache>
                <c:formatCode>#,##0.0</c:formatCode>
                <c:ptCount val="13"/>
                <c:pt idx="0">
                  <c:v>81.900000000000006</c:v>
                </c:pt>
                <c:pt idx="1">
                  <c:v>81.900000000000006</c:v>
                </c:pt>
                <c:pt idx="2">
                  <c:v>81.900000000000006</c:v>
                </c:pt>
                <c:pt idx="3">
                  <c:v>81.900000000000006</c:v>
                </c:pt>
                <c:pt idx="4">
                  <c:v>81.900000000000006</c:v>
                </c:pt>
                <c:pt idx="5">
                  <c:v>81.900000000000006</c:v>
                </c:pt>
                <c:pt idx="6">
                  <c:v>81.900000000000006</c:v>
                </c:pt>
                <c:pt idx="7">
                  <c:v>81.900000000000006</c:v>
                </c:pt>
                <c:pt idx="8">
                  <c:v>81.900000000000006</c:v>
                </c:pt>
                <c:pt idx="9">
                  <c:v>81.900000000000006</c:v>
                </c:pt>
                <c:pt idx="10">
                  <c:v>81.900000000000006</c:v>
                </c:pt>
                <c:pt idx="11">
                  <c:v>81.900000000000006</c:v>
                </c:pt>
                <c:pt idx="12">
                  <c:v>81.900000000000006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C12-43CF-9D61-45383A1AA9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452343"/>
        <c:axId val="148451263"/>
      </c:lineChart>
      <c:catAx>
        <c:axId val="148452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endParaRPr lang="en-US"/>
          </a:p>
        </c:txPr>
        <c:crossAx val="148451263"/>
        <c:crosses val="autoZero"/>
        <c:auto val="1"/>
        <c:lblAlgn val="ctr"/>
        <c:lblOffset val="100"/>
        <c:noMultiLvlLbl val="0"/>
      </c:catAx>
      <c:valAx>
        <c:axId val="148451263"/>
        <c:scaling>
          <c:orientation val="minMax"/>
        </c:scaling>
        <c:delete val="1"/>
        <c:axPos val="l"/>
        <c:numFmt formatCode="#,##0.0" sourceLinked="1"/>
        <c:majorTickMark val="none"/>
        <c:minorTickMark val="none"/>
        <c:tickLblPos val="nextTo"/>
        <c:crossAx val="148452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800">
          <a:solidFill>
            <a:sysClr val="windowText" lastClr="000000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r>
              <a:rPr lang="en-US" sz="900" dirty="0"/>
              <a:t>Psychological Safety</a:t>
            </a:r>
          </a:p>
        </c:rich>
      </c:tx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8194444444444448E-2"/>
          <c:y val="0.19047619047619047"/>
          <c:w val="0.92361111111111116"/>
          <c:h val="0.5212181810607008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336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1">
                  <c:v>77.0</c:v>
                </c:pt>
                <c:pt idx="12">
                  <c:v>77.0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48-4679-AB02-29758ED643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148452343"/>
        <c:axId val="14845126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Goal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048-4679-AB02-29758ED643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452343"/>
        <c:axId val="148451263"/>
      </c:lineChart>
      <c:catAx>
        <c:axId val="148452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endParaRPr lang="en-US"/>
          </a:p>
        </c:txPr>
        <c:crossAx val="148451263"/>
        <c:crosses val="autoZero"/>
        <c:auto val="1"/>
        <c:lblAlgn val="ctr"/>
        <c:lblOffset val="100"/>
        <c:noMultiLvlLbl val="0"/>
      </c:catAx>
      <c:valAx>
        <c:axId val="148451263"/>
        <c:scaling>
          <c:orientation val="minMax"/>
        </c:scaling>
        <c:delete val="1"/>
        <c:axPos val="l"/>
        <c:numFmt formatCode="#,##0.0" sourceLinked="1"/>
        <c:majorTickMark val="none"/>
        <c:minorTickMark val="none"/>
        <c:tickLblPos val="nextTo"/>
        <c:crossAx val="148452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800">
          <a:solidFill>
            <a:sysClr val="windowText" lastClr="000000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r>
              <a:rPr lang="en-US" sz="900" dirty="0"/>
              <a:t>Accountability</a:t>
            </a:r>
          </a:p>
        </c:rich>
      </c:tx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8194444444444448E-2"/>
          <c:y val="0.19128586609989373"/>
          <c:w val="0.92361111111111116"/>
          <c:h val="0.533352300144203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336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60.0</c:v>
                </c:pt>
                <c:pt idx="1">
                  <c:v>69.0</c:v>
                </c:pt>
                <c:pt idx="2">
                  <c:v>63.0</c:v>
                </c:pt>
                <c:pt idx="3">
                  <c:v>90.0</c:v>
                </c:pt>
                <c:pt idx="12">
                  <c:v>70.5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18-42EF-A389-0428A217C6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148452343"/>
        <c:axId val="14845126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Goal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918-42EF-A389-0428A217C6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452343"/>
        <c:axId val="148451263"/>
      </c:lineChart>
      <c:catAx>
        <c:axId val="148452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endParaRPr lang="en-US"/>
          </a:p>
        </c:txPr>
        <c:crossAx val="148451263"/>
        <c:crosses val="autoZero"/>
        <c:auto val="1"/>
        <c:lblAlgn val="ctr"/>
        <c:lblOffset val="100"/>
        <c:noMultiLvlLbl val="0"/>
      </c:catAx>
      <c:valAx>
        <c:axId val="148451263"/>
        <c:scaling>
          <c:orientation val="minMax"/>
        </c:scaling>
        <c:delete val="1"/>
        <c:axPos val="l"/>
        <c:numFmt formatCode="#,##0.0" sourceLinked="1"/>
        <c:majorTickMark val="none"/>
        <c:minorTickMark val="none"/>
        <c:tickLblPos val="nextTo"/>
        <c:crossAx val="148452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800">
          <a:solidFill>
            <a:sysClr val="windowText" lastClr="000000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900" b="0" i="0" u="none" strike="noStrike" kern="1200" spc="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r>
              <a:rPr lang="en-US" sz="900" b="0"/>
              <a:t>Motorized</a:t>
            </a:r>
          </a:p>
        </c:rich>
      </c:tx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spc="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336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0.9</c:v>
                </c:pt>
                <c:pt idx="4">
                  <c:v>1.0</c:v>
                </c:pt>
                <c:pt idx="12">
                  <c:v>0.9800000000000001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63-454B-B60C-B88346144F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921154943"/>
        <c:axId val="92115098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Goal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263-454B-B60C-B88346144F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21154943"/>
        <c:axId val="921150983"/>
      </c:lineChart>
      <c:catAx>
        <c:axId val="921154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endParaRPr lang="en-US"/>
          </a:p>
        </c:txPr>
        <c:crossAx val="921150983"/>
        <c:crosses val="autoZero"/>
        <c:auto val="1"/>
        <c:lblAlgn val="ctr"/>
        <c:lblOffset val="100"/>
        <c:noMultiLvlLbl val="0"/>
      </c:catAx>
      <c:valAx>
        <c:axId val="921150983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9211549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800">
          <a:solidFill>
            <a:sysClr val="windowText" lastClr="000000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900" b="0" i="0" u="none" strike="noStrike" kern="1200" spc="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r>
              <a:rPr lang="en-US" sz="900"/>
              <a:t>Stationary</a:t>
            </a:r>
          </a:p>
        </c:rich>
      </c:tx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spc="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1884057971014491E-2"/>
          <c:y val="0.21429525323810542"/>
          <c:w val="0.93623188405797098"/>
          <c:h val="0.435191777739247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336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0.9971711456859972</c:v>
                </c:pt>
                <c:pt idx="1">
                  <c:v>1.0</c:v>
                </c:pt>
                <c:pt idx="2">
                  <c:v>1.0</c:v>
                </c:pt>
                <c:pt idx="3">
                  <c:v>0.9961389961389961</c:v>
                </c:pt>
                <c:pt idx="4">
                  <c:v>0.9984639016897081</c:v>
                </c:pt>
                <c:pt idx="12">
                  <c:v>0.9983548087029404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75-4081-9993-CE17A2E18D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921154943"/>
        <c:axId val="92115098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Goal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F75-4081-9993-CE17A2E18D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21154943"/>
        <c:axId val="921150983"/>
      </c:lineChart>
      <c:catAx>
        <c:axId val="921154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endParaRPr lang="en-US"/>
          </a:p>
        </c:txPr>
        <c:crossAx val="921150983"/>
        <c:crosses val="autoZero"/>
        <c:auto val="1"/>
        <c:lblAlgn val="ctr"/>
        <c:lblOffset val="100"/>
        <c:noMultiLvlLbl val="0"/>
      </c:catAx>
      <c:valAx>
        <c:axId val="921150983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9211549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800">
          <a:solidFill>
            <a:sysClr val="windowText" lastClr="000000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pPr>
      <a:endParaRPr lang="en-US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r>
              <a:rPr lang="en-US"/>
              <a:t>Reliability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336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0.9722222222222222</c:v>
                </c:pt>
                <c:pt idx="1">
                  <c:v>0.9494047619047619</c:v>
                </c:pt>
                <c:pt idx="2">
                  <c:v>0.9478908188585607</c:v>
                </c:pt>
                <c:pt idx="3">
                  <c:v>1.0</c:v>
                </c:pt>
                <c:pt idx="4">
                  <c:v>1.0</c:v>
                </c:pt>
                <c:pt idx="12">
                  <c:v>0.9739035605971089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E1-43DB-BE79-C2AA866A66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-27"/>
        <c:axId val="1114816120"/>
        <c:axId val="111481648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Goal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8E1-43DB-BE79-C2AA866A66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4816120"/>
        <c:axId val="1114816480"/>
      </c:lineChart>
      <c:catAx>
        <c:axId val="1114816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endParaRPr lang="en-US"/>
          </a:p>
        </c:txPr>
        <c:crossAx val="1114816480"/>
        <c:crosses val="autoZero"/>
        <c:auto val="1"/>
        <c:lblAlgn val="ctr"/>
        <c:lblOffset val="100"/>
        <c:noMultiLvlLbl val="0"/>
      </c:catAx>
      <c:valAx>
        <c:axId val="1114816480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1114816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800">
          <a:solidFill>
            <a:sysClr val="windowText" lastClr="000000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r>
              <a:rPr lang="en-US"/>
              <a:t>Severity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7D9BC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0.04</c:v>
                </c:pt>
                <c:pt idx="1">
                  <c:v>0.07589285714285714</c:v>
                </c:pt>
                <c:pt idx="2">
                  <c:v>0.07816377171215881</c:v>
                </c:pt>
                <c:pt idx="3">
                  <c:v>0.0</c:v>
                </c:pt>
                <c:pt idx="4">
                  <c:v>0.0</c:v>
                </c:pt>
                <c:pt idx="12">
                  <c:v>0.03881132577100319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29-4EC8-B371-454267C8A2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-27"/>
        <c:axId val="1114816120"/>
        <c:axId val="111481648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Goal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D29-4EC8-B371-454267C8A2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14816120"/>
        <c:axId val="1114816480"/>
      </c:lineChart>
      <c:catAx>
        <c:axId val="1114816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endParaRPr lang="en-US"/>
          </a:p>
        </c:txPr>
        <c:crossAx val="1114816480"/>
        <c:crosses val="autoZero"/>
        <c:auto val="1"/>
        <c:lblAlgn val="ctr"/>
        <c:lblOffset val="100"/>
        <c:noMultiLvlLbl val="0"/>
      </c:catAx>
      <c:valAx>
        <c:axId val="1114816480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1114816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800">
          <a:solidFill>
            <a:sysClr val="windowText" lastClr="000000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pPr>
      <a:endParaRPr lang="en-US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080" b="0" i="0" u="none" strike="noStrike" kern="1200" spc="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r>
              <a:rPr lang="en-US"/>
              <a:t>Jam Rate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80" b="0" i="0" u="none" strike="noStrike" kern="1200" spc="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336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7.272786636356587</c:v>
                </c:pt>
                <c:pt idx="1">
                  <c:v>7.258877843882983</c:v>
                </c:pt>
                <c:pt idx="2">
                  <c:v>0.0006072240118017894</c:v>
                </c:pt>
                <c:pt idx="3">
                  <c:v>10.174264</c:v>
                </c:pt>
                <c:pt idx="4">
                  <c:v>9.7670607</c:v>
                </c:pt>
                <c:pt idx="12">
                  <c:v>6.894719280850275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F2-49B3-ABE8-67E8694531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-27"/>
        <c:axId val="1114816120"/>
        <c:axId val="111481648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Goal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EF2-49B3-ABE8-67E8694531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4816120"/>
        <c:axId val="1114816480"/>
      </c:lineChart>
      <c:catAx>
        <c:axId val="1114816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endParaRPr lang="en-US"/>
          </a:p>
        </c:txPr>
        <c:crossAx val="1114816480"/>
        <c:crosses val="autoZero"/>
        <c:auto val="1"/>
        <c:lblAlgn val="ctr"/>
        <c:lblOffset val="100"/>
        <c:noMultiLvlLbl val="0"/>
      </c:catAx>
      <c:valAx>
        <c:axId val="1114816480"/>
        <c:scaling>
          <c:orientation val="minMax"/>
        </c:scaling>
        <c:delete val="1"/>
        <c:axPos val="l"/>
        <c:numFmt formatCode="#,##0.00" sourceLinked="1"/>
        <c:majorTickMark val="none"/>
        <c:minorTickMark val="none"/>
        <c:tickLblPos val="nextTo"/>
        <c:crossAx val="1114816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900">
          <a:solidFill>
            <a:sysClr val="windowText" lastClr="000000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pPr>
      <a:endParaRPr lang="en-US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080" b="0" i="0" u="none" strike="noStrike" kern="1200" spc="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r>
              <a:rPr lang="en-US"/>
              <a:t>Clear Times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80" b="0" i="0" u="none" strike="noStrike" kern="1200" spc="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'CRITICAL JAM_CLEAR TIMES_MBR'!$AH$8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7D9BC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'CRITICAL JAM_CLEAR TIMES_MBR'!$AI$3:$AU$3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'CRITICAL JAM_CLEAR TIMES_MBR'!$AI$8:$AU$8</c:f>
              <c:numCache>
                <c:formatCode>m:ss</c:formatCode>
                <c:ptCount val="13"/>
                <c:pt idx="0">
                  <c:v>1.6934543010752687E-3</c:v>
                </c:pt>
                <c:pt idx="1">
                  <c:v>1.7250759470540536E-3</c:v>
                </c:pt>
                <c:pt idx="2">
                  <c:v>1.732888988535406E-3</c:v>
                </c:pt>
                <c:pt idx="3">
                  <c:v>1.7295847029571835E-3</c:v>
                </c:pt>
                <c:pt idx="4">
                  <c:v>1.7154446968586645E-3</c:v>
                </c:pt>
                <c:pt idx="12">
                  <c:v>1.7184273253646374E-3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4B-438E-9453-2AFB1F54AC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-27"/>
        <c:axId val="1114816120"/>
        <c:axId val="1114816480"/>
      </c:barChart>
      <c:lineChart>
        <c:grouping val="standard"/>
        <c:varyColors val="0"/>
        <c:ser>
          <c:idx val="1"/>
          <c:order val="1"/>
          <c:tx>
            <c:strRef>
              <c:f>'CRITICAL JAM_CLEAR TIMES_MBR'!$AH$9</c:f>
              <c:strCache>
                <c:ptCount val="1"/>
                <c:pt idx="0">
                  <c:v>Goal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'CRITICAL JAM_CLEAR TIMES_MBR'!$AI$3:$AU$3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'CRITICAL JAM_CLEAR TIMES_MBR'!$AI$9:$AU$9</c:f>
              <c:numCache>
                <c:formatCode>m:ss</c:formatCode>
                <c:ptCount val="13"/>
                <c:pt idx="0">
                  <c:v>1.7083333333333332E-3</c:v>
                </c:pt>
                <c:pt idx="1">
                  <c:v>1.6951243670366583E-3</c:v>
                </c:pt>
                <c:pt idx="2">
                  <c:v>1.6307870370370371E-3</c:v>
                </c:pt>
                <c:pt idx="3">
                  <c:v>1.6898148148148148E-3</c:v>
                </c:pt>
                <c:pt idx="4">
                  <c:v>1.6886574074074074E-3</c:v>
                </c:pt>
                <c:pt idx="5">
                  <c:v>1.7326388888888888E-3</c:v>
                </c:pt>
                <c:pt idx="6">
                  <c:v>1.7013888888888888E-3</c:v>
                </c:pt>
                <c:pt idx="7">
                  <c:v>1.7418981481481482E-3</c:v>
                </c:pt>
                <c:pt idx="8">
                  <c:v>1.7247121759557367E-3</c:v>
                </c:pt>
                <c:pt idx="9">
                  <c:v>1.7019511636275717E-3</c:v>
                </c:pt>
                <c:pt idx="10">
                  <c:v>1.736111111111111E-3</c:v>
                </c:pt>
                <c:pt idx="11">
                  <c:v>1.7077397246070259E-3</c:v>
                </c:pt>
                <c:pt idx="12">
                  <c:v>1.6804771008101717E-3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34B-438E-9453-2AFB1F54AC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4816120"/>
        <c:axId val="1114816480"/>
      </c:lineChart>
      <c:catAx>
        <c:axId val="1114816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endParaRPr lang="en-US"/>
          </a:p>
        </c:txPr>
        <c:crossAx val="1114816480"/>
        <c:crosses val="autoZero"/>
        <c:auto val="1"/>
        <c:lblAlgn val="ctr"/>
        <c:lblOffset val="100"/>
        <c:noMultiLvlLbl val="0"/>
      </c:catAx>
      <c:valAx>
        <c:axId val="1114816480"/>
        <c:scaling>
          <c:orientation val="minMax"/>
        </c:scaling>
        <c:delete val="1"/>
        <c:axPos val="l"/>
        <c:numFmt formatCode="m:ss" sourceLinked="1"/>
        <c:majorTickMark val="none"/>
        <c:minorTickMark val="none"/>
        <c:tickLblPos val="nextTo"/>
        <c:crossAx val="1114816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900">
          <a:solidFill>
            <a:sysClr val="windowText" lastClr="000000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pPr>
      <a:endParaRPr lang="en-US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336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0.008905966103565364</c:v>
                </c:pt>
                <c:pt idx="1">
                  <c:v>0.014114232950633163</c:v>
                </c:pt>
                <c:pt idx="2">
                  <c:v>0.010791782086795923</c:v>
                </c:pt>
                <c:pt idx="3">
                  <c:v>0.014650661742074468</c:v>
                </c:pt>
                <c:pt idx="4">
                  <c:v>0.017836257309787627</c:v>
                </c:pt>
                <c:pt idx="12">
                  <c:v>0.013259780038571308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2A-44F7-8C04-3CFD773F90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1299079424"/>
        <c:axId val="1299085904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Goal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92A-44F7-8C04-3CFD773F90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99079424"/>
        <c:axId val="1299085904"/>
      </c:lineChart>
      <c:catAx>
        <c:axId val="1299079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endParaRPr lang="en-US"/>
          </a:p>
        </c:txPr>
        <c:crossAx val="1299085904"/>
        <c:crosses val="autoZero"/>
        <c:auto val="1"/>
        <c:lblAlgn val="ctr"/>
        <c:lblOffset val="100"/>
        <c:noMultiLvlLbl val="0"/>
      </c:catAx>
      <c:valAx>
        <c:axId val="1299085904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1299079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900">
          <a:solidFill>
            <a:sysClr val="windowText" lastClr="000000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pPr>
      <a:endParaRPr lang="en-US"/>
    </a:p>
  </c:txPr>
  <c:externalData r:id="rId4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1">
                  <c:v>77.0</c:v>
                </c:pt>
                <c:pt idx="12">
                  <c:v>77.0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Goal</c:v>
                </c:pt>
              </c:strCache>
            </c:strRef>
          </c:tx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60.0</c:v>
                </c:pt>
                <c:pt idx="1">
                  <c:v>69.0</c:v>
                </c:pt>
                <c:pt idx="2">
                  <c:v>63.0</c:v>
                </c:pt>
                <c:pt idx="3">
                  <c:v>90.0</c:v>
                </c:pt>
                <c:pt idx="12">
                  <c:v>70.5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Goal</c:v>
                </c:pt>
              </c:strCache>
            </c:strRef>
          </c:tx>
          <c:cat>
            <c:strRef>
              <c:f>Sheet1!$A$2:$A$14</c:f>
              <c:strCache>
                <c:ptCount val="1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  <c:pt idx="12">
                  <c:v>YTD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5CD21E-A02A-4984-923A-352533EA49E3}" type="doc">
      <dgm:prSet loTypeId="urn:microsoft.com/office/officeart/2005/8/layout/lProcess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5540177-E323-43CE-A68C-B9D9BF627A63}">
      <dgm:prSet phldrT="[Text]" phldr="0"/>
      <dgm:spPr>
        <a:solidFill>
          <a:srgbClr val="003366"/>
        </a:solidFill>
        <a:ln>
          <a:solidFill>
            <a:srgbClr val="991933"/>
          </a:solidFill>
        </a:ln>
      </dgm:spPr>
      <dgm:t>
        <a:bodyPr/>
        <a:lstStyle/>
        <a:p>
          <a:r>
            <a:rPr lang="en-US" b="1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HUB</a:t>
          </a:r>
        </a:p>
      </dgm:t>
    </dgm:pt>
    <dgm:pt modelId="{5959F76B-A990-411C-95B3-7A9D5E0A2EFC}" type="parTrans" cxnId="{7D6EFEA0-7943-466A-BE6E-D2E4FAD301F0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A1497C4E-5A03-43DA-A338-24515508ED07}" type="sibTrans" cxnId="{7D6EFEA0-7943-466A-BE6E-D2E4FAD301F0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B8EBC1A4-E261-421D-BF2F-38F4ED0992E9}">
      <dgm:prSet phldrT="[Text]" phldr="0"/>
      <dgm:spPr>
        <a:solidFill>
          <a:srgbClr val="7799CC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SLC</a:t>
          </a:r>
        </a:p>
      </dgm:t>
    </dgm:pt>
    <dgm:pt modelId="{BAC356EB-EDE4-4C1D-B6D3-6A2A3A8595EC}" type="parTrans" cxnId="{7CA7DA0E-2B6C-45C7-9DCA-13A78D50532B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F28606D3-BA76-4C3C-9887-AE47A8387AD7}" type="sibTrans" cxnId="{7CA7DA0E-2B6C-45C7-9DCA-13A78D50532B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9456F3DC-67D2-4647-B2BD-82125B9FC94E}">
      <dgm:prSet phldrT="[Text]" phldr="0"/>
      <dgm:spPr>
        <a:solidFill>
          <a:srgbClr val="003366"/>
        </a:solidFill>
        <a:ln>
          <a:solidFill>
            <a:srgbClr val="991933"/>
          </a:solidFill>
        </a:ln>
      </dgm:spPr>
      <dgm:t>
        <a:bodyPr/>
        <a:lstStyle/>
        <a:p>
          <a:r>
            <a:rPr lang="en-US" b="1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A</a:t>
          </a:r>
        </a:p>
      </dgm:t>
    </dgm:pt>
    <dgm:pt modelId="{A20D249B-2B72-48CB-A1A5-A71C24F52E1F}" type="parTrans" cxnId="{8ADC175B-8EBB-45E9-BEFF-806139884BDA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699C8C3E-B3FF-4906-9901-98DCD6ECB380}" type="sibTrans" cxnId="{8ADC175B-8EBB-45E9-BEFF-806139884BDA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F77B4C05-A1D4-433B-864E-547A23653FCF}">
      <dgm:prSet phldrT="[Text]" phldr="0"/>
      <dgm:spPr>
        <a:solidFill>
          <a:srgbClr val="7799CC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TPA</a:t>
          </a:r>
        </a:p>
      </dgm:t>
    </dgm:pt>
    <dgm:pt modelId="{E7FAAAD9-D657-4C41-9FB9-1E98D6D4914E}" type="parTrans" cxnId="{A6DCC24F-B5C8-474F-AF4C-0D29BEFF53E4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AD06CF07-A53F-4684-8968-CAD5BF3CEAFC}" type="sibTrans" cxnId="{A6DCC24F-B5C8-474F-AF4C-0D29BEFF53E4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DC1845AA-B85E-4E6E-8E29-293A1CD2EE85}">
      <dgm:prSet phldrT="[Text]" phldr="0"/>
      <dgm:spPr>
        <a:solidFill>
          <a:srgbClr val="003366"/>
        </a:solidFill>
        <a:ln>
          <a:solidFill>
            <a:srgbClr val="991933"/>
          </a:solidFill>
        </a:ln>
      </dgm:spPr>
      <dgm:t>
        <a:bodyPr/>
        <a:lstStyle/>
        <a:p>
          <a:r>
            <a:rPr lang="en-US" b="1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B</a:t>
          </a:r>
        </a:p>
      </dgm:t>
    </dgm:pt>
    <dgm:pt modelId="{FA1DBD63-846B-4D7F-8EDF-5616B772836A}" type="parTrans" cxnId="{9708C854-2D89-4AA1-9A66-0F0769CA31D0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47A9138B-7395-49AD-A3EA-89ED58535113}" type="sibTrans" cxnId="{9708C854-2D89-4AA1-9A66-0F0769CA31D0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664D5AE0-8C35-498F-BFFE-C05C3B52B28D}">
      <dgm:prSet phldrT="[Text]" phldr="0"/>
      <dgm:spPr>
        <a:solidFill>
          <a:srgbClr val="7799CC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MKE</a:t>
          </a:r>
        </a:p>
      </dgm:t>
    </dgm:pt>
    <dgm:pt modelId="{DBA2767B-3B84-46B0-BBE9-5978441203C7}" type="parTrans" cxnId="{DB3E8078-1952-46D2-A7D3-8A6F06AF55C6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7587F024-3E50-469B-8162-026D3A4AE420}" type="sibTrans" cxnId="{DB3E8078-1952-46D2-A7D3-8A6F06AF55C6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58716489-81E1-455C-ADAA-18B5979706C2}">
      <dgm:prSet phldrT="[Text]" phldr="0"/>
      <dgm:spPr>
        <a:solidFill>
          <a:srgbClr val="003366"/>
        </a:solidFill>
        <a:ln>
          <a:solidFill>
            <a:srgbClr val="991933"/>
          </a:solidFill>
        </a:ln>
      </dgm:spPr>
      <dgm:t>
        <a:bodyPr/>
        <a:lstStyle/>
        <a:p>
          <a:r>
            <a:rPr lang="en-US" b="1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C</a:t>
          </a:r>
        </a:p>
      </dgm:t>
    </dgm:pt>
    <dgm:pt modelId="{80632EEE-ABDD-452F-9E42-17ABB8082850}" type="parTrans" cxnId="{B8A9261F-782A-42D3-94C2-703472440D8D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C4FCF280-8012-46EC-B9EB-570192C76FDA}" type="sibTrans" cxnId="{B8A9261F-782A-42D3-94C2-703472440D8D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087FF676-D0F6-4BDA-988A-8F41C3EA6CEC}">
      <dgm:prSet phldrT="[Text]" phldr="0"/>
      <dgm:spPr>
        <a:solidFill>
          <a:srgbClr val="003366"/>
        </a:solidFill>
        <a:ln>
          <a:solidFill>
            <a:srgbClr val="991933"/>
          </a:solidFill>
        </a:ln>
      </dgm:spPr>
      <dgm:t>
        <a:bodyPr/>
        <a:lstStyle/>
        <a:p>
          <a:r>
            <a:rPr lang="en-US" b="1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D</a:t>
          </a:r>
        </a:p>
      </dgm:t>
    </dgm:pt>
    <dgm:pt modelId="{4AFE26EB-CEAE-4FB4-92BA-314C29B3F270}" type="parTrans" cxnId="{B950B860-D322-48ED-83A0-E124073A55F9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C96289AF-ACEC-4880-8AC1-3BABAAB858E9}" type="sibTrans" cxnId="{B950B860-D322-48ED-83A0-E124073A55F9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B7DBCD86-A007-4C0C-9A76-A64B486B20FE}">
      <dgm:prSet phldrT="[Text]" phldr="0"/>
      <dgm:spPr>
        <a:solidFill>
          <a:srgbClr val="003366"/>
        </a:solidFill>
        <a:ln>
          <a:solidFill>
            <a:srgbClr val="991933"/>
          </a:solidFill>
        </a:ln>
      </dgm:spPr>
      <dgm:t>
        <a:bodyPr/>
        <a:lstStyle/>
        <a:p>
          <a:r>
            <a:rPr lang="en-US" b="1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STATIONARY</a:t>
          </a:r>
        </a:p>
      </dgm:t>
    </dgm:pt>
    <dgm:pt modelId="{0887E450-80A1-40A2-9512-1BC41308533A}" type="parTrans" cxnId="{FA15015A-B208-4FE0-9FB1-67E7595227D0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9623E366-EBFA-480D-8438-4F75EF5B978C}" type="sibTrans" cxnId="{FA15015A-B208-4FE0-9FB1-67E7595227D0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12FC6466-FFBE-4ECE-BCFA-77B9C3DC1F85}">
      <dgm:prSet phldrT="[Text]" phldr="0"/>
      <dgm:spPr>
        <a:solidFill>
          <a:srgbClr val="7799CC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SAT</a:t>
          </a:r>
        </a:p>
      </dgm:t>
    </dgm:pt>
    <dgm:pt modelId="{BE1508DC-D48E-400F-95EC-14FA5CDF260D}" type="parTrans" cxnId="{1ED563CC-6946-4326-B8AD-B1AB76224D0D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4662794A-FEF3-48D9-B42F-60953FFC256D}" type="sibTrans" cxnId="{1ED563CC-6946-4326-B8AD-B1AB76224D0D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4567F754-6656-465D-ADDD-DE444EFF34E8}">
      <dgm:prSet phldrT="[Text]" phldr="0"/>
      <dgm:spPr>
        <a:solidFill>
          <a:srgbClr val="7799CC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BOI</a:t>
          </a:r>
        </a:p>
      </dgm:t>
    </dgm:pt>
    <dgm:pt modelId="{EFDDAD19-1FA4-47F4-BFAA-0A6C998BCA21}" type="parTrans" cxnId="{156BDE4A-8CFB-41DA-B57A-BE906F74EC3A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5A228257-0180-4213-BBB6-D2FB0457A409}" type="sibTrans" cxnId="{156BDE4A-8CFB-41DA-B57A-BE906F74EC3A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78472B7B-9853-48FA-8D82-63B667E19863}">
      <dgm:prSet phldrT="[Text]" phldr="0"/>
      <dgm:spPr>
        <a:solidFill>
          <a:srgbClr val="7799CC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MSP</a:t>
          </a:r>
        </a:p>
      </dgm:t>
    </dgm:pt>
    <dgm:pt modelId="{4330C980-80AE-462C-B997-7A1A1C3E50A9}" type="parTrans" cxnId="{9B347370-EA98-4DBC-8489-9687D951C1FB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77C5B524-E8C9-4B1E-8001-DB447C4E6784}" type="sibTrans" cxnId="{9B347370-EA98-4DBC-8489-9687D951C1FB}">
      <dgm:prSet/>
      <dgm:spPr/>
      <dgm:t>
        <a:bodyPr/>
        <a:lstStyle/>
        <a:p>
          <a:endParaRPr lang="en-US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25621F45-F350-4E20-82FF-D353586BD8DC}" type="pres">
      <dgm:prSet presAssocID="{145CD21E-A02A-4984-923A-352533EA49E3}" presName="theList" presStyleCnt="0">
        <dgm:presLayoutVars>
          <dgm:dir/>
          <dgm:animLvl val="lvl"/>
          <dgm:resizeHandles val="exact"/>
        </dgm:presLayoutVars>
      </dgm:prSet>
      <dgm:spPr/>
    </dgm:pt>
    <dgm:pt modelId="{715D50E7-36F0-4F31-A5B0-8387BF29647D}" type="pres">
      <dgm:prSet presAssocID="{75540177-E323-43CE-A68C-B9D9BF627A63}" presName="compNode" presStyleCnt="0"/>
      <dgm:spPr/>
    </dgm:pt>
    <dgm:pt modelId="{3A2C5E6A-4111-4BDD-99CE-6A9CA6D7B611}" type="pres">
      <dgm:prSet presAssocID="{75540177-E323-43CE-A68C-B9D9BF627A63}" presName="aNode" presStyleLbl="bgShp" presStyleIdx="0" presStyleCnt="6"/>
      <dgm:spPr/>
    </dgm:pt>
    <dgm:pt modelId="{C08F5C3E-96AE-4758-87EA-AEE7393E141E}" type="pres">
      <dgm:prSet presAssocID="{75540177-E323-43CE-A68C-B9D9BF627A63}" presName="textNode" presStyleLbl="bgShp" presStyleIdx="0" presStyleCnt="6"/>
      <dgm:spPr/>
    </dgm:pt>
    <dgm:pt modelId="{659EA76E-065E-4902-8B59-13FD29406309}" type="pres">
      <dgm:prSet presAssocID="{75540177-E323-43CE-A68C-B9D9BF627A63}" presName="compChildNode" presStyleCnt="0"/>
      <dgm:spPr/>
    </dgm:pt>
    <dgm:pt modelId="{C72765C1-1C36-4577-AF7B-12BEBF12BA0B}" type="pres">
      <dgm:prSet presAssocID="{75540177-E323-43CE-A68C-B9D9BF627A63}" presName="theInnerList" presStyleCnt="0"/>
      <dgm:spPr/>
    </dgm:pt>
    <dgm:pt modelId="{9E37BABD-EE8B-477C-A00F-8C0BFD4891D5}" type="pres">
      <dgm:prSet presAssocID="{B8EBC1A4-E261-421D-BF2F-38F4ED0992E9}" presName="childNode" presStyleLbl="node1" presStyleIdx="0" presStyleCnt="6">
        <dgm:presLayoutVars>
          <dgm:bulletEnabled val="1"/>
        </dgm:presLayoutVars>
      </dgm:prSet>
      <dgm:spPr/>
    </dgm:pt>
    <dgm:pt modelId="{93A1CB6B-1936-4C83-9E5F-B649E30D7677}" type="pres">
      <dgm:prSet presAssocID="{75540177-E323-43CE-A68C-B9D9BF627A63}" presName="aSpace" presStyleCnt="0"/>
      <dgm:spPr/>
    </dgm:pt>
    <dgm:pt modelId="{F748F19A-BC58-4C9B-9539-F9FF906EFACB}" type="pres">
      <dgm:prSet presAssocID="{9456F3DC-67D2-4647-B2BD-82125B9FC94E}" presName="compNode" presStyleCnt="0"/>
      <dgm:spPr/>
    </dgm:pt>
    <dgm:pt modelId="{2CCA3B71-0DC8-494E-B4DC-D312897128C3}" type="pres">
      <dgm:prSet presAssocID="{9456F3DC-67D2-4647-B2BD-82125B9FC94E}" presName="aNode" presStyleLbl="bgShp" presStyleIdx="1" presStyleCnt="6"/>
      <dgm:spPr/>
    </dgm:pt>
    <dgm:pt modelId="{7ECC0EF3-8F1B-4A69-BC26-E7B9B0F8B6AC}" type="pres">
      <dgm:prSet presAssocID="{9456F3DC-67D2-4647-B2BD-82125B9FC94E}" presName="textNode" presStyleLbl="bgShp" presStyleIdx="1" presStyleCnt="6"/>
      <dgm:spPr/>
    </dgm:pt>
    <dgm:pt modelId="{DF7CE45B-7886-4FFB-99C1-82C12B9B4594}" type="pres">
      <dgm:prSet presAssocID="{9456F3DC-67D2-4647-B2BD-82125B9FC94E}" presName="compChildNode" presStyleCnt="0"/>
      <dgm:spPr/>
    </dgm:pt>
    <dgm:pt modelId="{7CF6C296-139F-4BF5-A890-ADC4D62EE4DA}" type="pres">
      <dgm:prSet presAssocID="{9456F3DC-67D2-4647-B2BD-82125B9FC94E}" presName="theInnerList" presStyleCnt="0"/>
      <dgm:spPr/>
    </dgm:pt>
    <dgm:pt modelId="{BEECB08C-C82C-4E2F-B4D9-900F1947BDAA}" type="pres">
      <dgm:prSet presAssocID="{F77B4C05-A1D4-433B-864E-547A23653FCF}" presName="childNode" presStyleLbl="node1" presStyleIdx="1" presStyleCnt="6">
        <dgm:presLayoutVars>
          <dgm:bulletEnabled val="1"/>
        </dgm:presLayoutVars>
      </dgm:prSet>
      <dgm:spPr/>
    </dgm:pt>
    <dgm:pt modelId="{7F0C3A2F-ACA5-4E05-9CC9-0FEE70C33890}" type="pres">
      <dgm:prSet presAssocID="{9456F3DC-67D2-4647-B2BD-82125B9FC94E}" presName="aSpace" presStyleCnt="0"/>
      <dgm:spPr/>
    </dgm:pt>
    <dgm:pt modelId="{BFC82E0D-BE03-44A9-81A7-11C145EB3214}" type="pres">
      <dgm:prSet presAssocID="{DC1845AA-B85E-4E6E-8E29-293A1CD2EE85}" presName="compNode" presStyleCnt="0"/>
      <dgm:spPr/>
    </dgm:pt>
    <dgm:pt modelId="{A6E88F42-BC49-4E15-A505-D31B72F9A250}" type="pres">
      <dgm:prSet presAssocID="{DC1845AA-B85E-4E6E-8E29-293A1CD2EE85}" presName="aNode" presStyleLbl="bgShp" presStyleIdx="2" presStyleCnt="6"/>
      <dgm:spPr/>
    </dgm:pt>
    <dgm:pt modelId="{B9380632-36D4-4893-8710-DBE79BACDBCA}" type="pres">
      <dgm:prSet presAssocID="{DC1845AA-B85E-4E6E-8E29-293A1CD2EE85}" presName="textNode" presStyleLbl="bgShp" presStyleIdx="2" presStyleCnt="6"/>
      <dgm:spPr/>
    </dgm:pt>
    <dgm:pt modelId="{F732A43E-BD10-46E6-8B43-28761C56EA6E}" type="pres">
      <dgm:prSet presAssocID="{DC1845AA-B85E-4E6E-8E29-293A1CD2EE85}" presName="compChildNode" presStyleCnt="0"/>
      <dgm:spPr/>
    </dgm:pt>
    <dgm:pt modelId="{E174A411-1C7D-47DC-96B7-1D249192BA7E}" type="pres">
      <dgm:prSet presAssocID="{DC1845AA-B85E-4E6E-8E29-293A1CD2EE85}" presName="theInnerList" presStyleCnt="0"/>
      <dgm:spPr/>
    </dgm:pt>
    <dgm:pt modelId="{041AE4B1-5AD3-47AA-AB2E-DB9F639ABA03}" type="pres">
      <dgm:prSet presAssocID="{664D5AE0-8C35-498F-BFFE-C05C3B52B28D}" presName="childNode" presStyleLbl="node1" presStyleIdx="2" presStyleCnt="6">
        <dgm:presLayoutVars>
          <dgm:bulletEnabled val="1"/>
        </dgm:presLayoutVars>
      </dgm:prSet>
      <dgm:spPr/>
    </dgm:pt>
    <dgm:pt modelId="{741C931E-FBB4-4420-A0B8-4199D0BF4D6D}" type="pres">
      <dgm:prSet presAssocID="{DC1845AA-B85E-4E6E-8E29-293A1CD2EE85}" presName="aSpace" presStyleCnt="0"/>
      <dgm:spPr/>
    </dgm:pt>
    <dgm:pt modelId="{1C7CC5CA-904C-4713-AC6E-F39C5C0211B4}" type="pres">
      <dgm:prSet presAssocID="{58716489-81E1-455C-ADAA-18B5979706C2}" presName="compNode" presStyleCnt="0"/>
      <dgm:spPr/>
    </dgm:pt>
    <dgm:pt modelId="{025B109D-8821-404C-BA0D-3BB5BD4CA890}" type="pres">
      <dgm:prSet presAssocID="{58716489-81E1-455C-ADAA-18B5979706C2}" presName="aNode" presStyleLbl="bgShp" presStyleIdx="3" presStyleCnt="6"/>
      <dgm:spPr/>
    </dgm:pt>
    <dgm:pt modelId="{B78BAD98-4B8B-4C5D-B7C4-579800D13EE9}" type="pres">
      <dgm:prSet presAssocID="{58716489-81E1-455C-ADAA-18B5979706C2}" presName="textNode" presStyleLbl="bgShp" presStyleIdx="3" presStyleCnt="6"/>
      <dgm:spPr/>
    </dgm:pt>
    <dgm:pt modelId="{3BD22C6C-0F15-44FD-9F04-CDF107A95A7A}" type="pres">
      <dgm:prSet presAssocID="{58716489-81E1-455C-ADAA-18B5979706C2}" presName="compChildNode" presStyleCnt="0"/>
      <dgm:spPr/>
    </dgm:pt>
    <dgm:pt modelId="{2FC44546-500C-40A4-903F-8027669FD761}" type="pres">
      <dgm:prSet presAssocID="{58716489-81E1-455C-ADAA-18B5979706C2}" presName="theInnerList" presStyleCnt="0"/>
      <dgm:spPr/>
    </dgm:pt>
    <dgm:pt modelId="{0167D222-76A9-4AD0-AE85-F4E1518D6595}" type="pres">
      <dgm:prSet presAssocID="{12FC6466-FFBE-4ECE-BCFA-77B9C3DC1F85}" presName="childNode" presStyleLbl="node1" presStyleIdx="3" presStyleCnt="6">
        <dgm:presLayoutVars>
          <dgm:bulletEnabled val="1"/>
        </dgm:presLayoutVars>
      </dgm:prSet>
      <dgm:spPr/>
    </dgm:pt>
    <dgm:pt modelId="{4D8C90D9-5B8E-4398-BFA4-651EDDCC0250}" type="pres">
      <dgm:prSet presAssocID="{58716489-81E1-455C-ADAA-18B5979706C2}" presName="aSpace" presStyleCnt="0"/>
      <dgm:spPr/>
    </dgm:pt>
    <dgm:pt modelId="{38A5983F-86BD-4556-9442-8FE5FD5391F7}" type="pres">
      <dgm:prSet presAssocID="{087FF676-D0F6-4BDA-988A-8F41C3EA6CEC}" presName="compNode" presStyleCnt="0"/>
      <dgm:spPr/>
    </dgm:pt>
    <dgm:pt modelId="{457B384A-AD69-4477-98EB-2123EEEAECB6}" type="pres">
      <dgm:prSet presAssocID="{087FF676-D0F6-4BDA-988A-8F41C3EA6CEC}" presName="aNode" presStyleLbl="bgShp" presStyleIdx="4" presStyleCnt="6"/>
      <dgm:spPr/>
    </dgm:pt>
    <dgm:pt modelId="{87B4E947-0E01-4989-A370-E8C20AA5E735}" type="pres">
      <dgm:prSet presAssocID="{087FF676-D0F6-4BDA-988A-8F41C3EA6CEC}" presName="textNode" presStyleLbl="bgShp" presStyleIdx="4" presStyleCnt="6"/>
      <dgm:spPr/>
    </dgm:pt>
    <dgm:pt modelId="{C2755095-1935-444F-9FF6-E44E080A4CF1}" type="pres">
      <dgm:prSet presAssocID="{087FF676-D0F6-4BDA-988A-8F41C3EA6CEC}" presName="compChildNode" presStyleCnt="0"/>
      <dgm:spPr/>
    </dgm:pt>
    <dgm:pt modelId="{72C7964E-7112-4742-AC68-16D6BA8BFE70}" type="pres">
      <dgm:prSet presAssocID="{087FF676-D0F6-4BDA-988A-8F41C3EA6CEC}" presName="theInnerList" presStyleCnt="0"/>
      <dgm:spPr/>
    </dgm:pt>
    <dgm:pt modelId="{053C15E7-F2E3-40F2-97FE-80C247DF03F3}" type="pres">
      <dgm:prSet presAssocID="{4567F754-6656-465D-ADDD-DE444EFF34E8}" presName="childNode" presStyleLbl="node1" presStyleIdx="4" presStyleCnt="6">
        <dgm:presLayoutVars>
          <dgm:bulletEnabled val="1"/>
        </dgm:presLayoutVars>
      </dgm:prSet>
      <dgm:spPr/>
    </dgm:pt>
    <dgm:pt modelId="{6C0F3488-5402-431C-AB94-D2ED504777EA}" type="pres">
      <dgm:prSet presAssocID="{087FF676-D0F6-4BDA-988A-8F41C3EA6CEC}" presName="aSpace" presStyleCnt="0"/>
      <dgm:spPr/>
    </dgm:pt>
    <dgm:pt modelId="{9A56919D-BA60-474C-B58C-A370A44B6C0F}" type="pres">
      <dgm:prSet presAssocID="{B7DBCD86-A007-4C0C-9A76-A64B486B20FE}" presName="compNode" presStyleCnt="0"/>
      <dgm:spPr/>
    </dgm:pt>
    <dgm:pt modelId="{89EAD0BE-0DD4-4965-B850-FA4E2E9066D5}" type="pres">
      <dgm:prSet presAssocID="{B7DBCD86-A007-4C0C-9A76-A64B486B20FE}" presName="aNode" presStyleLbl="bgShp" presStyleIdx="5" presStyleCnt="6"/>
      <dgm:spPr/>
    </dgm:pt>
    <dgm:pt modelId="{A5597D75-0EDE-4B5D-B4C1-9FAD03DA55FF}" type="pres">
      <dgm:prSet presAssocID="{B7DBCD86-A007-4C0C-9A76-A64B486B20FE}" presName="textNode" presStyleLbl="bgShp" presStyleIdx="5" presStyleCnt="6"/>
      <dgm:spPr/>
    </dgm:pt>
    <dgm:pt modelId="{580D83AD-E09E-47EC-819D-3BF1C036C53E}" type="pres">
      <dgm:prSet presAssocID="{B7DBCD86-A007-4C0C-9A76-A64B486B20FE}" presName="compChildNode" presStyleCnt="0"/>
      <dgm:spPr/>
    </dgm:pt>
    <dgm:pt modelId="{D968B497-CB9A-4EFE-A27A-17C97609949A}" type="pres">
      <dgm:prSet presAssocID="{B7DBCD86-A007-4C0C-9A76-A64B486B20FE}" presName="theInnerList" presStyleCnt="0"/>
      <dgm:spPr/>
    </dgm:pt>
    <dgm:pt modelId="{91C52A9A-2E91-49E3-9FEC-CEB8F1172EB3}" type="pres">
      <dgm:prSet presAssocID="{78472B7B-9853-48FA-8D82-63B667E19863}" presName="childNode" presStyleLbl="node1" presStyleIdx="5" presStyleCnt="6">
        <dgm:presLayoutVars>
          <dgm:bulletEnabled val="1"/>
        </dgm:presLayoutVars>
      </dgm:prSet>
      <dgm:spPr/>
    </dgm:pt>
  </dgm:ptLst>
  <dgm:cxnLst>
    <dgm:cxn modelId="{CB611405-CBD5-4ACE-8D0D-F5C2E203C150}" type="presOf" srcId="{75540177-E323-43CE-A68C-B9D9BF627A63}" destId="{3A2C5E6A-4111-4BDD-99CE-6A9CA6D7B611}" srcOrd="0" destOrd="0" presId="urn:microsoft.com/office/officeart/2005/8/layout/lProcess2"/>
    <dgm:cxn modelId="{209B8A0E-650F-477A-B44E-4189BE598573}" type="presOf" srcId="{664D5AE0-8C35-498F-BFFE-C05C3B52B28D}" destId="{041AE4B1-5AD3-47AA-AB2E-DB9F639ABA03}" srcOrd="0" destOrd="0" presId="urn:microsoft.com/office/officeart/2005/8/layout/lProcess2"/>
    <dgm:cxn modelId="{7CA7DA0E-2B6C-45C7-9DCA-13A78D50532B}" srcId="{75540177-E323-43CE-A68C-B9D9BF627A63}" destId="{B8EBC1A4-E261-421D-BF2F-38F4ED0992E9}" srcOrd="0" destOrd="0" parTransId="{BAC356EB-EDE4-4C1D-B6D3-6A2A3A8595EC}" sibTransId="{F28606D3-BA76-4C3C-9887-AE47A8387AD7}"/>
    <dgm:cxn modelId="{83770E14-94E0-4C69-9458-458CB44CB701}" type="presOf" srcId="{B8EBC1A4-E261-421D-BF2F-38F4ED0992E9}" destId="{9E37BABD-EE8B-477C-A00F-8C0BFD4891D5}" srcOrd="0" destOrd="0" presId="urn:microsoft.com/office/officeart/2005/8/layout/lProcess2"/>
    <dgm:cxn modelId="{B8A9261F-782A-42D3-94C2-703472440D8D}" srcId="{145CD21E-A02A-4984-923A-352533EA49E3}" destId="{58716489-81E1-455C-ADAA-18B5979706C2}" srcOrd="3" destOrd="0" parTransId="{80632EEE-ABDD-452F-9E42-17ABB8082850}" sibTransId="{C4FCF280-8012-46EC-B9EB-570192C76FDA}"/>
    <dgm:cxn modelId="{AAA3812A-B8AD-496D-900B-C90A96813455}" type="presOf" srcId="{9456F3DC-67D2-4647-B2BD-82125B9FC94E}" destId="{2CCA3B71-0DC8-494E-B4DC-D312897128C3}" srcOrd="0" destOrd="0" presId="urn:microsoft.com/office/officeart/2005/8/layout/lProcess2"/>
    <dgm:cxn modelId="{435CFA33-AB0C-4C2E-B736-497008E2B829}" type="presOf" srcId="{F77B4C05-A1D4-433B-864E-547A23653FCF}" destId="{BEECB08C-C82C-4E2F-B4D9-900F1947BDAA}" srcOrd="0" destOrd="0" presId="urn:microsoft.com/office/officeart/2005/8/layout/lProcess2"/>
    <dgm:cxn modelId="{8ADC175B-8EBB-45E9-BEFF-806139884BDA}" srcId="{145CD21E-A02A-4984-923A-352533EA49E3}" destId="{9456F3DC-67D2-4647-B2BD-82125B9FC94E}" srcOrd="1" destOrd="0" parTransId="{A20D249B-2B72-48CB-A1A5-A71C24F52E1F}" sibTransId="{699C8C3E-B3FF-4906-9901-98DCD6ECB380}"/>
    <dgm:cxn modelId="{5531BA5E-E532-4591-AC9B-BAD33D381D59}" type="presOf" srcId="{145CD21E-A02A-4984-923A-352533EA49E3}" destId="{25621F45-F350-4E20-82FF-D353586BD8DC}" srcOrd="0" destOrd="0" presId="urn:microsoft.com/office/officeart/2005/8/layout/lProcess2"/>
    <dgm:cxn modelId="{B950B860-D322-48ED-83A0-E124073A55F9}" srcId="{145CD21E-A02A-4984-923A-352533EA49E3}" destId="{087FF676-D0F6-4BDA-988A-8F41C3EA6CEC}" srcOrd="4" destOrd="0" parTransId="{4AFE26EB-CEAE-4FB4-92BA-314C29B3F270}" sibTransId="{C96289AF-ACEC-4880-8AC1-3BABAAB858E9}"/>
    <dgm:cxn modelId="{CDD30564-AD3C-44FB-8617-B8B87661CF55}" type="presOf" srcId="{9456F3DC-67D2-4647-B2BD-82125B9FC94E}" destId="{7ECC0EF3-8F1B-4A69-BC26-E7B9B0F8B6AC}" srcOrd="1" destOrd="0" presId="urn:microsoft.com/office/officeart/2005/8/layout/lProcess2"/>
    <dgm:cxn modelId="{EA6BBB48-CB34-4BFE-AB50-E1E1E2A1C198}" type="presOf" srcId="{B7DBCD86-A007-4C0C-9A76-A64B486B20FE}" destId="{89EAD0BE-0DD4-4965-B850-FA4E2E9066D5}" srcOrd="0" destOrd="0" presId="urn:microsoft.com/office/officeart/2005/8/layout/lProcess2"/>
    <dgm:cxn modelId="{156BDE4A-8CFB-41DA-B57A-BE906F74EC3A}" srcId="{087FF676-D0F6-4BDA-988A-8F41C3EA6CEC}" destId="{4567F754-6656-465D-ADDD-DE444EFF34E8}" srcOrd="0" destOrd="0" parTransId="{EFDDAD19-1FA4-47F4-BFAA-0A6C998BCA21}" sibTransId="{5A228257-0180-4213-BBB6-D2FB0457A409}"/>
    <dgm:cxn modelId="{A6DCC24F-B5C8-474F-AF4C-0D29BEFF53E4}" srcId="{9456F3DC-67D2-4647-B2BD-82125B9FC94E}" destId="{F77B4C05-A1D4-433B-864E-547A23653FCF}" srcOrd="0" destOrd="0" parTransId="{E7FAAAD9-D657-4C41-9FB9-1E98D6D4914E}" sibTransId="{AD06CF07-A53F-4684-8968-CAD5BF3CEAFC}"/>
    <dgm:cxn modelId="{9B347370-EA98-4DBC-8489-9687D951C1FB}" srcId="{B7DBCD86-A007-4C0C-9A76-A64B486B20FE}" destId="{78472B7B-9853-48FA-8D82-63B667E19863}" srcOrd="0" destOrd="0" parTransId="{4330C980-80AE-462C-B997-7A1A1C3E50A9}" sibTransId="{77C5B524-E8C9-4B1E-8001-DB447C4E6784}"/>
    <dgm:cxn modelId="{9708C854-2D89-4AA1-9A66-0F0769CA31D0}" srcId="{145CD21E-A02A-4984-923A-352533EA49E3}" destId="{DC1845AA-B85E-4E6E-8E29-293A1CD2EE85}" srcOrd="2" destOrd="0" parTransId="{FA1DBD63-846B-4D7F-8EDF-5616B772836A}" sibTransId="{47A9138B-7395-49AD-A3EA-89ED58535113}"/>
    <dgm:cxn modelId="{D5C29257-84D6-4B18-94BE-447478ED53BC}" type="presOf" srcId="{12FC6466-FFBE-4ECE-BCFA-77B9C3DC1F85}" destId="{0167D222-76A9-4AD0-AE85-F4E1518D6595}" srcOrd="0" destOrd="0" presId="urn:microsoft.com/office/officeart/2005/8/layout/lProcess2"/>
    <dgm:cxn modelId="{DB3E8078-1952-46D2-A7D3-8A6F06AF55C6}" srcId="{DC1845AA-B85E-4E6E-8E29-293A1CD2EE85}" destId="{664D5AE0-8C35-498F-BFFE-C05C3B52B28D}" srcOrd="0" destOrd="0" parTransId="{DBA2767B-3B84-46B0-BBE9-5978441203C7}" sibTransId="{7587F024-3E50-469B-8162-026D3A4AE420}"/>
    <dgm:cxn modelId="{FA15015A-B208-4FE0-9FB1-67E7595227D0}" srcId="{145CD21E-A02A-4984-923A-352533EA49E3}" destId="{B7DBCD86-A007-4C0C-9A76-A64B486B20FE}" srcOrd="5" destOrd="0" parTransId="{0887E450-80A1-40A2-9512-1BC41308533A}" sibTransId="{9623E366-EBFA-480D-8438-4F75EF5B978C}"/>
    <dgm:cxn modelId="{260E285A-C523-45AC-A39E-A0515E8E92CA}" type="presOf" srcId="{4567F754-6656-465D-ADDD-DE444EFF34E8}" destId="{053C15E7-F2E3-40F2-97FE-80C247DF03F3}" srcOrd="0" destOrd="0" presId="urn:microsoft.com/office/officeart/2005/8/layout/lProcess2"/>
    <dgm:cxn modelId="{61B9167D-DD9D-49E7-A079-A842AD42BD7D}" type="presOf" srcId="{DC1845AA-B85E-4E6E-8E29-293A1CD2EE85}" destId="{B9380632-36D4-4893-8710-DBE79BACDBCA}" srcOrd="1" destOrd="0" presId="urn:microsoft.com/office/officeart/2005/8/layout/lProcess2"/>
    <dgm:cxn modelId="{E1153FA0-037B-499B-B9C0-EDE605C5BBC8}" type="presOf" srcId="{DC1845AA-B85E-4E6E-8E29-293A1CD2EE85}" destId="{A6E88F42-BC49-4E15-A505-D31B72F9A250}" srcOrd="0" destOrd="0" presId="urn:microsoft.com/office/officeart/2005/8/layout/lProcess2"/>
    <dgm:cxn modelId="{7D6EFEA0-7943-466A-BE6E-D2E4FAD301F0}" srcId="{145CD21E-A02A-4984-923A-352533EA49E3}" destId="{75540177-E323-43CE-A68C-B9D9BF627A63}" srcOrd="0" destOrd="0" parTransId="{5959F76B-A990-411C-95B3-7A9D5E0A2EFC}" sibTransId="{A1497C4E-5A03-43DA-A338-24515508ED07}"/>
    <dgm:cxn modelId="{23771BBE-CA94-4061-9F0B-F80BDC49FEBF}" type="presOf" srcId="{B7DBCD86-A007-4C0C-9A76-A64B486B20FE}" destId="{A5597D75-0EDE-4B5D-B4C1-9FAD03DA55FF}" srcOrd="1" destOrd="0" presId="urn:microsoft.com/office/officeart/2005/8/layout/lProcess2"/>
    <dgm:cxn modelId="{4E076BC8-891A-4508-A33F-0F8B41156E4B}" type="presOf" srcId="{78472B7B-9853-48FA-8D82-63B667E19863}" destId="{91C52A9A-2E91-49E3-9FEC-CEB8F1172EB3}" srcOrd="0" destOrd="0" presId="urn:microsoft.com/office/officeart/2005/8/layout/lProcess2"/>
    <dgm:cxn modelId="{0762D4CA-6DE0-4F12-8517-CDE383596D57}" type="presOf" srcId="{58716489-81E1-455C-ADAA-18B5979706C2}" destId="{025B109D-8821-404C-BA0D-3BB5BD4CA890}" srcOrd="0" destOrd="0" presId="urn:microsoft.com/office/officeart/2005/8/layout/lProcess2"/>
    <dgm:cxn modelId="{1ED563CC-6946-4326-B8AD-B1AB76224D0D}" srcId="{58716489-81E1-455C-ADAA-18B5979706C2}" destId="{12FC6466-FFBE-4ECE-BCFA-77B9C3DC1F85}" srcOrd="0" destOrd="0" parTransId="{BE1508DC-D48E-400F-95EC-14FA5CDF260D}" sibTransId="{4662794A-FEF3-48D9-B42F-60953FFC256D}"/>
    <dgm:cxn modelId="{CEA801D0-42B3-4AB9-8DBC-52A8AC2BE8A5}" type="presOf" srcId="{087FF676-D0F6-4BDA-988A-8F41C3EA6CEC}" destId="{457B384A-AD69-4477-98EB-2123EEEAECB6}" srcOrd="0" destOrd="0" presId="urn:microsoft.com/office/officeart/2005/8/layout/lProcess2"/>
    <dgm:cxn modelId="{F09F66D6-57E2-43EF-B9CE-08C497BAA2DB}" type="presOf" srcId="{087FF676-D0F6-4BDA-988A-8F41C3EA6CEC}" destId="{87B4E947-0E01-4989-A370-E8C20AA5E735}" srcOrd="1" destOrd="0" presId="urn:microsoft.com/office/officeart/2005/8/layout/lProcess2"/>
    <dgm:cxn modelId="{49F99DE2-12A4-46DE-8B7B-F14E77588A8A}" type="presOf" srcId="{58716489-81E1-455C-ADAA-18B5979706C2}" destId="{B78BAD98-4B8B-4C5D-B7C4-579800D13EE9}" srcOrd="1" destOrd="0" presId="urn:microsoft.com/office/officeart/2005/8/layout/lProcess2"/>
    <dgm:cxn modelId="{52B6C6F2-0BB9-4065-92AD-20D59FE39D7C}" type="presOf" srcId="{75540177-E323-43CE-A68C-B9D9BF627A63}" destId="{C08F5C3E-96AE-4758-87EA-AEE7393E141E}" srcOrd="1" destOrd="0" presId="urn:microsoft.com/office/officeart/2005/8/layout/lProcess2"/>
    <dgm:cxn modelId="{D8D7DA24-DB6F-4D7D-B88F-88B31DEF8392}" type="presParOf" srcId="{25621F45-F350-4E20-82FF-D353586BD8DC}" destId="{715D50E7-36F0-4F31-A5B0-8387BF29647D}" srcOrd="0" destOrd="0" presId="urn:microsoft.com/office/officeart/2005/8/layout/lProcess2"/>
    <dgm:cxn modelId="{737BECEB-FCE1-4CC5-B7DB-D33B25F7C912}" type="presParOf" srcId="{715D50E7-36F0-4F31-A5B0-8387BF29647D}" destId="{3A2C5E6A-4111-4BDD-99CE-6A9CA6D7B611}" srcOrd="0" destOrd="0" presId="urn:microsoft.com/office/officeart/2005/8/layout/lProcess2"/>
    <dgm:cxn modelId="{AF97ADB0-1FD3-4927-AEE9-D52341468F65}" type="presParOf" srcId="{715D50E7-36F0-4F31-A5B0-8387BF29647D}" destId="{C08F5C3E-96AE-4758-87EA-AEE7393E141E}" srcOrd="1" destOrd="0" presId="urn:microsoft.com/office/officeart/2005/8/layout/lProcess2"/>
    <dgm:cxn modelId="{77BA3F53-4BFB-412D-BE71-FEE4F7F883AE}" type="presParOf" srcId="{715D50E7-36F0-4F31-A5B0-8387BF29647D}" destId="{659EA76E-065E-4902-8B59-13FD29406309}" srcOrd="2" destOrd="0" presId="urn:microsoft.com/office/officeart/2005/8/layout/lProcess2"/>
    <dgm:cxn modelId="{3E9D2A0A-889A-4105-9A03-2EDD4B943983}" type="presParOf" srcId="{659EA76E-065E-4902-8B59-13FD29406309}" destId="{C72765C1-1C36-4577-AF7B-12BEBF12BA0B}" srcOrd="0" destOrd="0" presId="urn:microsoft.com/office/officeart/2005/8/layout/lProcess2"/>
    <dgm:cxn modelId="{6F593A25-2F83-49C9-82DD-FAB66EF5018A}" type="presParOf" srcId="{C72765C1-1C36-4577-AF7B-12BEBF12BA0B}" destId="{9E37BABD-EE8B-477C-A00F-8C0BFD4891D5}" srcOrd="0" destOrd="0" presId="urn:microsoft.com/office/officeart/2005/8/layout/lProcess2"/>
    <dgm:cxn modelId="{E0DB0B01-9BDB-403A-A7A2-5B8D5D599ED2}" type="presParOf" srcId="{25621F45-F350-4E20-82FF-D353586BD8DC}" destId="{93A1CB6B-1936-4C83-9E5F-B649E30D7677}" srcOrd="1" destOrd="0" presId="urn:microsoft.com/office/officeart/2005/8/layout/lProcess2"/>
    <dgm:cxn modelId="{6D547231-FC68-4142-B6BB-EA219379F3DD}" type="presParOf" srcId="{25621F45-F350-4E20-82FF-D353586BD8DC}" destId="{F748F19A-BC58-4C9B-9539-F9FF906EFACB}" srcOrd="2" destOrd="0" presId="urn:microsoft.com/office/officeart/2005/8/layout/lProcess2"/>
    <dgm:cxn modelId="{DEFF00FE-7903-4527-AA52-1748DEE6E769}" type="presParOf" srcId="{F748F19A-BC58-4C9B-9539-F9FF906EFACB}" destId="{2CCA3B71-0DC8-494E-B4DC-D312897128C3}" srcOrd="0" destOrd="0" presId="urn:microsoft.com/office/officeart/2005/8/layout/lProcess2"/>
    <dgm:cxn modelId="{73B4A915-DC43-4831-B983-989075760910}" type="presParOf" srcId="{F748F19A-BC58-4C9B-9539-F9FF906EFACB}" destId="{7ECC0EF3-8F1B-4A69-BC26-E7B9B0F8B6AC}" srcOrd="1" destOrd="0" presId="urn:microsoft.com/office/officeart/2005/8/layout/lProcess2"/>
    <dgm:cxn modelId="{D7E34438-E1DB-4314-B0BA-FE459F5EFD66}" type="presParOf" srcId="{F748F19A-BC58-4C9B-9539-F9FF906EFACB}" destId="{DF7CE45B-7886-4FFB-99C1-82C12B9B4594}" srcOrd="2" destOrd="0" presId="urn:microsoft.com/office/officeart/2005/8/layout/lProcess2"/>
    <dgm:cxn modelId="{F2C19265-CA8D-4318-9983-3C9A13927BDF}" type="presParOf" srcId="{DF7CE45B-7886-4FFB-99C1-82C12B9B4594}" destId="{7CF6C296-139F-4BF5-A890-ADC4D62EE4DA}" srcOrd="0" destOrd="0" presId="urn:microsoft.com/office/officeart/2005/8/layout/lProcess2"/>
    <dgm:cxn modelId="{5D28AF05-9017-4C35-8BAF-0AC1FFD3BC46}" type="presParOf" srcId="{7CF6C296-139F-4BF5-A890-ADC4D62EE4DA}" destId="{BEECB08C-C82C-4E2F-B4D9-900F1947BDAA}" srcOrd="0" destOrd="0" presId="urn:microsoft.com/office/officeart/2005/8/layout/lProcess2"/>
    <dgm:cxn modelId="{0A6DED0C-AF42-4B8C-8004-CFC0AF3F220C}" type="presParOf" srcId="{25621F45-F350-4E20-82FF-D353586BD8DC}" destId="{7F0C3A2F-ACA5-4E05-9CC9-0FEE70C33890}" srcOrd="3" destOrd="0" presId="urn:microsoft.com/office/officeart/2005/8/layout/lProcess2"/>
    <dgm:cxn modelId="{46A43F4C-70DB-4916-9E40-2CEB19B85960}" type="presParOf" srcId="{25621F45-F350-4E20-82FF-D353586BD8DC}" destId="{BFC82E0D-BE03-44A9-81A7-11C145EB3214}" srcOrd="4" destOrd="0" presId="urn:microsoft.com/office/officeart/2005/8/layout/lProcess2"/>
    <dgm:cxn modelId="{DCBF1EAF-E666-4C15-85D4-849AF4147081}" type="presParOf" srcId="{BFC82E0D-BE03-44A9-81A7-11C145EB3214}" destId="{A6E88F42-BC49-4E15-A505-D31B72F9A250}" srcOrd="0" destOrd="0" presId="urn:microsoft.com/office/officeart/2005/8/layout/lProcess2"/>
    <dgm:cxn modelId="{360E82F4-2ED2-43D6-B6C4-0013CC070085}" type="presParOf" srcId="{BFC82E0D-BE03-44A9-81A7-11C145EB3214}" destId="{B9380632-36D4-4893-8710-DBE79BACDBCA}" srcOrd="1" destOrd="0" presId="urn:microsoft.com/office/officeart/2005/8/layout/lProcess2"/>
    <dgm:cxn modelId="{848CBAE5-20A9-48F0-8ADB-E4198FEC1BDA}" type="presParOf" srcId="{BFC82E0D-BE03-44A9-81A7-11C145EB3214}" destId="{F732A43E-BD10-46E6-8B43-28761C56EA6E}" srcOrd="2" destOrd="0" presId="urn:microsoft.com/office/officeart/2005/8/layout/lProcess2"/>
    <dgm:cxn modelId="{36034CAC-5699-4E8E-B956-C2A1FDA7B275}" type="presParOf" srcId="{F732A43E-BD10-46E6-8B43-28761C56EA6E}" destId="{E174A411-1C7D-47DC-96B7-1D249192BA7E}" srcOrd="0" destOrd="0" presId="urn:microsoft.com/office/officeart/2005/8/layout/lProcess2"/>
    <dgm:cxn modelId="{5B729B38-4DB0-4EC4-9950-904EA57AB4EB}" type="presParOf" srcId="{E174A411-1C7D-47DC-96B7-1D249192BA7E}" destId="{041AE4B1-5AD3-47AA-AB2E-DB9F639ABA03}" srcOrd="0" destOrd="0" presId="urn:microsoft.com/office/officeart/2005/8/layout/lProcess2"/>
    <dgm:cxn modelId="{F3C1B086-B5C9-4E3F-A4B1-926C4C2A9E43}" type="presParOf" srcId="{25621F45-F350-4E20-82FF-D353586BD8DC}" destId="{741C931E-FBB4-4420-A0B8-4199D0BF4D6D}" srcOrd="5" destOrd="0" presId="urn:microsoft.com/office/officeart/2005/8/layout/lProcess2"/>
    <dgm:cxn modelId="{D50BE4DC-71F3-48BB-9072-27ED85C7609C}" type="presParOf" srcId="{25621F45-F350-4E20-82FF-D353586BD8DC}" destId="{1C7CC5CA-904C-4713-AC6E-F39C5C0211B4}" srcOrd="6" destOrd="0" presId="urn:microsoft.com/office/officeart/2005/8/layout/lProcess2"/>
    <dgm:cxn modelId="{A22E93DC-4844-42C5-856A-B5A99B21AC8A}" type="presParOf" srcId="{1C7CC5CA-904C-4713-AC6E-F39C5C0211B4}" destId="{025B109D-8821-404C-BA0D-3BB5BD4CA890}" srcOrd="0" destOrd="0" presId="urn:microsoft.com/office/officeart/2005/8/layout/lProcess2"/>
    <dgm:cxn modelId="{DA301BD6-801E-4DD1-8F2A-129791BA7656}" type="presParOf" srcId="{1C7CC5CA-904C-4713-AC6E-F39C5C0211B4}" destId="{B78BAD98-4B8B-4C5D-B7C4-579800D13EE9}" srcOrd="1" destOrd="0" presId="urn:microsoft.com/office/officeart/2005/8/layout/lProcess2"/>
    <dgm:cxn modelId="{FC2A24D1-178F-4F41-95F9-EFF0695511FF}" type="presParOf" srcId="{1C7CC5CA-904C-4713-AC6E-F39C5C0211B4}" destId="{3BD22C6C-0F15-44FD-9F04-CDF107A95A7A}" srcOrd="2" destOrd="0" presId="urn:microsoft.com/office/officeart/2005/8/layout/lProcess2"/>
    <dgm:cxn modelId="{41856D9A-EBD1-48B4-ADC5-DA8F7B452EF0}" type="presParOf" srcId="{3BD22C6C-0F15-44FD-9F04-CDF107A95A7A}" destId="{2FC44546-500C-40A4-903F-8027669FD761}" srcOrd="0" destOrd="0" presId="urn:microsoft.com/office/officeart/2005/8/layout/lProcess2"/>
    <dgm:cxn modelId="{61C35416-F11A-4295-85B3-FCB14DB65955}" type="presParOf" srcId="{2FC44546-500C-40A4-903F-8027669FD761}" destId="{0167D222-76A9-4AD0-AE85-F4E1518D6595}" srcOrd="0" destOrd="0" presId="urn:microsoft.com/office/officeart/2005/8/layout/lProcess2"/>
    <dgm:cxn modelId="{1D77304E-345C-47FF-B7C1-50535B2761A0}" type="presParOf" srcId="{25621F45-F350-4E20-82FF-D353586BD8DC}" destId="{4D8C90D9-5B8E-4398-BFA4-651EDDCC0250}" srcOrd="7" destOrd="0" presId="urn:microsoft.com/office/officeart/2005/8/layout/lProcess2"/>
    <dgm:cxn modelId="{532DA014-0CB2-4A90-AAF3-FFAAC42DB31F}" type="presParOf" srcId="{25621F45-F350-4E20-82FF-D353586BD8DC}" destId="{38A5983F-86BD-4556-9442-8FE5FD5391F7}" srcOrd="8" destOrd="0" presId="urn:microsoft.com/office/officeart/2005/8/layout/lProcess2"/>
    <dgm:cxn modelId="{CEBB8338-82B0-43A3-93E6-8F3B187BEE92}" type="presParOf" srcId="{38A5983F-86BD-4556-9442-8FE5FD5391F7}" destId="{457B384A-AD69-4477-98EB-2123EEEAECB6}" srcOrd="0" destOrd="0" presId="urn:microsoft.com/office/officeart/2005/8/layout/lProcess2"/>
    <dgm:cxn modelId="{0D2F0464-35FF-4CD8-8D5D-5F9E3C13ABCD}" type="presParOf" srcId="{38A5983F-86BD-4556-9442-8FE5FD5391F7}" destId="{87B4E947-0E01-4989-A370-E8C20AA5E735}" srcOrd="1" destOrd="0" presId="urn:microsoft.com/office/officeart/2005/8/layout/lProcess2"/>
    <dgm:cxn modelId="{579A9988-A9E5-4543-B326-380E70539DAE}" type="presParOf" srcId="{38A5983F-86BD-4556-9442-8FE5FD5391F7}" destId="{C2755095-1935-444F-9FF6-E44E080A4CF1}" srcOrd="2" destOrd="0" presId="urn:microsoft.com/office/officeart/2005/8/layout/lProcess2"/>
    <dgm:cxn modelId="{84E30C61-9D80-40C6-BB61-3D8BDD27CC08}" type="presParOf" srcId="{C2755095-1935-444F-9FF6-E44E080A4CF1}" destId="{72C7964E-7112-4742-AC68-16D6BA8BFE70}" srcOrd="0" destOrd="0" presId="urn:microsoft.com/office/officeart/2005/8/layout/lProcess2"/>
    <dgm:cxn modelId="{B4260AE4-BF65-4F61-A503-E4C393785B4C}" type="presParOf" srcId="{72C7964E-7112-4742-AC68-16D6BA8BFE70}" destId="{053C15E7-F2E3-40F2-97FE-80C247DF03F3}" srcOrd="0" destOrd="0" presId="urn:microsoft.com/office/officeart/2005/8/layout/lProcess2"/>
    <dgm:cxn modelId="{6C112CCB-640E-4309-913B-619135C03B5A}" type="presParOf" srcId="{25621F45-F350-4E20-82FF-D353586BD8DC}" destId="{6C0F3488-5402-431C-AB94-D2ED504777EA}" srcOrd="9" destOrd="0" presId="urn:microsoft.com/office/officeart/2005/8/layout/lProcess2"/>
    <dgm:cxn modelId="{1D41A818-1448-4103-99C7-F024E18CD0C5}" type="presParOf" srcId="{25621F45-F350-4E20-82FF-D353586BD8DC}" destId="{9A56919D-BA60-474C-B58C-A370A44B6C0F}" srcOrd="10" destOrd="0" presId="urn:microsoft.com/office/officeart/2005/8/layout/lProcess2"/>
    <dgm:cxn modelId="{1CE2550D-5D2A-4299-AAEF-161FBE4BFE32}" type="presParOf" srcId="{9A56919D-BA60-474C-B58C-A370A44B6C0F}" destId="{89EAD0BE-0DD4-4965-B850-FA4E2E9066D5}" srcOrd="0" destOrd="0" presId="urn:microsoft.com/office/officeart/2005/8/layout/lProcess2"/>
    <dgm:cxn modelId="{D90F614A-2A07-41FC-9630-CF447D5E4D30}" type="presParOf" srcId="{9A56919D-BA60-474C-B58C-A370A44B6C0F}" destId="{A5597D75-0EDE-4B5D-B4C1-9FAD03DA55FF}" srcOrd="1" destOrd="0" presId="urn:microsoft.com/office/officeart/2005/8/layout/lProcess2"/>
    <dgm:cxn modelId="{03DC79C1-0F50-43F0-8415-4FD9160DBF49}" type="presParOf" srcId="{9A56919D-BA60-474C-B58C-A370A44B6C0F}" destId="{580D83AD-E09E-47EC-819D-3BF1C036C53E}" srcOrd="2" destOrd="0" presId="urn:microsoft.com/office/officeart/2005/8/layout/lProcess2"/>
    <dgm:cxn modelId="{3F0A37C0-FA29-4424-82C9-EC3561DA3FE3}" type="presParOf" srcId="{580D83AD-E09E-47EC-819D-3BF1C036C53E}" destId="{D968B497-CB9A-4EFE-A27A-17C97609949A}" srcOrd="0" destOrd="0" presId="urn:microsoft.com/office/officeart/2005/8/layout/lProcess2"/>
    <dgm:cxn modelId="{F253F114-82CB-4EC8-A588-9C3F0EFC630D}" type="presParOf" srcId="{D968B497-CB9A-4EFE-A27A-17C97609949A}" destId="{91C52A9A-2E91-49E3-9FEC-CEB8F1172EB3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C5E6A-4111-4BDD-99CE-6A9CA6D7B611}">
      <dsp:nvSpPr>
        <dsp:cNvPr id="0" name=""/>
        <dsp:cNvSpPr/>
      </dsp:nvSpPr>
      <dsp:spPr>
        <a:xfrm>
          <a:off x="4407" y="0"/>
          <a:ext cx="1741433" cy="4311349"/>
        </a:xfrm>
        <a:prstGeom prst="roundRect">
          <a:avLst>
            <a:gd name="adj" fmla="val 10000"/>
          </a:avLst>
        </a:prstGeom>
        <a:solidFill>
          <a:srgbClr val="003366"/>
        </a:solidFill>
        <a:ln>
          <a:solidFill>
            <a:srgbClr val="991933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HUB</a:t>
          </a:r>
        </a:p>
      </dsp:txBody>
      <dsp:txXfrm>
        <a:off x="4407" y="0"/>
        <a:ext cx="1741433" cy="1293404"/>
      </dsp:txXfrm>
    </dsp:sp>
    <dsp:sp modelId="{9E37BABD-EE8B-477C-A00F-8C0BFD4891D5}">
      <dsp:nvSpPr>
        <dsp:cNvPr id="0" name=""/>
        <dsp:cNvSpPr/>
      </dsp:nvSpPr>
      <dsp:spPr>
        <a:xfrm>
          <a:off x="178551" y="1293404"/>
          <a:ext cx="1393146" cy="2802376"/>
        </a:xfrm>
        <a:prstGeom prst="roundRect">
          <a:avLst>
            <a:gd name="adj" fmla="val 10000"/>
          </a:avLst>
        </a:prstGeom>
        <a:solidFill>
          <a:srgbClr val="7799CC"/>
        </a:solidFill>
        <a:ln w="1270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74295" rIns="9906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SLC</a:t>
          </a:r>
        </a:p>
      </dsp:txBody>
      <dsp:txXfrm>
        <a:off x="219355" y="1334208"/>
        <a:ext cx="1311538" cy="2720768"/>
      </dsp:txXfrm>
    </dsp:sp>
    <dsp:sp modelId="{2CCA3B71-0DC8-494E-B4DC-D312897128C3}">
      <dsp:nvSpPr>
        <dsp:cNvPr id="0" name=""/>
        <dsp:cNvSpPr/>
      </dsp:nvSpPr>
      <dsp:spPr>
        <a:xfrm>
          <a:off x="1876448" y="0"/>
          <a:ext cx="1741433" cy="4311349"/>
        </a:xfrm>
        <a:prstGeom prst="roundRect">
          <a:avLst>
            <a:gd name="adj" fmla="val 10000"/>
          </a:avLst>
        </a:prstGeom>
        <a:solidFill>
          <a:srgbClr val="003366"/>
        </a:solidFill>
        <a:ln>
          <a:solidFill>
            <a:srgbClr val="991933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A</a:t>
          </a:r>
        </a:p>
      </dsp:txBody>
      <dsp:txXfrm>
        <a:off x="1876448" y="0"/>
        <a:ext cx="1741433" cy="1293404"/>
      </dsp:txXfrm>
    </dsp:sp>
    <dsp:sp modelId="{BEECB08C-C82C-4E2F-B4D9-900F1947BDAA}">
      <dsp:nvSpPr>
        <dsp:cNvPr id="0" name=""/>
        <dsp:cNvSpPr/>
      </dsp:nvSpPr>
      <dsp:spPr>
        <a:xfrm>
          <a:off x="2050592" y="1293404"/>
          <a:ext cx="1393146" cy="2802376"/>
        </a:xfrm>
        <a:prstGeom prst="roundRect">
          <a:avLst>
            <a:gd name="adj" fmla="val 10000"/>
          </a:avLst>
        </a:prstGeom>
        <a:solidFill>
          <a:srgbClr val="7799CC"/>
        </a:solidFill>
        <a:ln w="1270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74295" rIns="9906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TPA</a:t>
          </a:r>
        </a:p>
      </dsp:txBody>
      <dsp:txXfrm>
        <a:off x="2091396" y="1334208"/>
        <a:ext cx="1311538" cy="2720768"/>
      </dsp:txXfrm>
    </dsp:sp>
    <dsp:sp modelId="{A6E88F42-BC49-4E15-A505-D31B72F9A250}">
      <dsp:nvSpPr>
        <dsp:cNvPr id="0" name=""/>
        <dsp:cNvSpPr/>
      </dsp:nvSpPr>
      <dsp:spPr>
        <a:xfrm>
          <a:off x="3748490" y="0"/>
          <a:ext cx="1741433" cy="4311349"/>
        </a:xfrm>
        <a:prstGeom prst="roundRect">
          <a:avLst>
            <a:gd name="adj" fmla="val 10000"/>
          </a:avLst>
        </a:prstGeom>
        <a:solidFill>
          <a:srgbClr val="003366"/>
        </a:solidFill>
        <a:ln>
          <a:solidFill>
            <a:srgbClr val="991933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B</a:t>
          </a:r>
        </a:p>
      </dsp:txBody>
      <dsp:txXfrm>
        <a:off x="3748490" y="0"/>
        <a:ext cx="1741433" cy="1293404"/>
      </dsp:txXfrm>
    </dsp:sp>
    <dsp:sp modelId="{041AE4B1-5AD3-47AA-AB2E-DB9F639ABA03}">
      <dsp:nvSpPr>
        <dsp:cNvPr id="0" name=""/>
        <dsp:cNvSpPr/>
      </dsp:nvSpPr>
      <dsp:spPr>
        <a:xfrm>
          <a:off x="3922633" y="1293404"/>
          <a:ext cx="1393146" cy="2802376"/>
        </a:xfrm>
        <a:prstGeom prst="roundRect">
          <a:avLst>
            <a:gd name="adj" fmla="val 10000"/>
          </a:avLst>
        </a:prstGeom>
        <a:solidFill>
          <a:srgbClr val="7799CC"/>
        </a:solidFill>
        <a:ln w="1270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74295" rIns="9906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MKE</a:t>
          </a:r>
        </a:p>
      </dsp:txBody>
      <dsp:txXfrm>
        <a:off x="3963437" y="1334208"/>
        <a:ext cx="1311538" cy="2720768"/>
      </dsp:txXfrm>
    </dsp:sp>
    <dsp:sp modelId="{025B109D-8821-404C-BA0D-3BB5BD4CA890}">
      <dsp:nvSpPr>
        <dsp:cNvPr id="0" name=""/>
        <dsp:cNvSpPr/>
      </dsp:nvSpPr>
      <dsp:spPr>
        <a:xfrm>
          <a:off x="5620531" y="0"/>
          <a:ext cx="1741433" cy="4311349"/>
        </a:xfrm>
        <a:prstGeom prst="roundRect">
          <a:avLst>
            <a:gd name="adj" fmla="val 10000"/>
          </a:avLst>
        </a:prstGeom>
        <a:solidFill>
          <a:srgbClr val="003366"/>
        </a:solidFill>
        <a:ln>
          <a:solidFill>
            <a:srgbClr val="991933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C</a:t>
          </a:r>
        </a:p>
      </dsp:txBody>
      <dsp:txXfrm>
        <a:off x="5620531" y="0"/>
        <a:ext cx="1741433" cy="1293404"/>
      </dsp:txXfrm>
    </dsp:sp>
    <dsp:sp modelId="{0167D222-76A9-4AD0-AE85-F4E1518D6595}">
      <dsp:nvSpPr>
        <dsp:cNvPr id="0" name=""/>
        <dsp:cNvSpPr/>
      </dsp:nvSpPr>
      <dsp:spPr>
        <a:xfrm>
          <a:off x="5794674" y="1293404"/>
          <a:ext cx="1393146" cy="2802376"/>
        </a:xfrm>
        <a:prstGeom prst="roundRect">
          <a:avLst>
            <a:gd name="adj" fmla="val 10000"/>
          </a:avLst>
        </a:prstGeom>
        <a:solidFill>
          <a:srgbClr val="7799CC"/>
        </a:solidFill>
        <a:ln w="1270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74295" rIns="9906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SAT</a:t>
          </a:r>
        </a:p>
      </dsp:txBody>
      <dsp:txXfrm>
        <a:off x="5835478" y="1334208"/>
        <a:ext cx="1311538" cy="2720768"/>
      </dsp:txXfrm>
    </dsp:sp>
    <dsp:sp modelId="{457B384A-AD69-4477-98EB-2123EEEAECB6}">
      <dsp:nvSpPr>
        <dsp:cNvPr id="0" name=""/>
        <dsp:cNvSpPr/>
      </dsp:nvSpPr>
      <dsp:spPr>
        <a:xfrm>
          <a:off x="7492572" y="0"/>
          <a:ext cx="1741433" cy="4311349"/>
        </a:xfrm>
        <a:prstGeom prst="roundRect">
          <a:avLst>
            <a:gd name="adj" fmla="val 10000"/>
          </a:avLst>
        </a:prstGeom>
        <a:solidFill>
          <a:srgbClr val="003366"/>
        </a:solidFill>
        <a:ln>
          <a:solidFill>
            <a:srgbClr val="991933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D</a:t>
          </a:r>
        </a:p>
      </dsp:txBody>
      <dsp:txXfrm>
        <a:off x="7492572" y="0"/>
        <a:ext cx="1741433" cy="1293404"/>
      </dsp:txXfrm>
    </dsp:sp>
    <dsp:sp modelId="{053C15E7-F2E3-40F2-97FE-80C247DF03F3}">
      <dsp:nvSpPr>
        <dsp:cNvPr id="0" name=""/>
        <dsp:cNvSpPr/>
      </dsp:nvSpPr>
      <dsp:spPr>
        <a:xfrm>
          <a:off x="7666715" y="1293404"/>
          <a:ext cx="1393146" cy="2802376"/>
        </a:xfrm>
        <a:prstGeom prst="roundRect">
          <a:avLst>
            <a:gd name="adj" fmla="val 10000"/>
          </a:avLst>
        </a:prstGeom>
        <a:solidFill>
          <a:srgbClr val="7799CC"/>
        </a:solidFill>
        <a:ln w="1270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74295" rIns="9906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BOI</a:t>
          </a:r>
        </a:p>
      </dsp:txBody>
      <dsp:txXfrm>
        <a:off x="7707519" y="1334208"/>
        <a:ext cx="1311538" cy="2720768"/>
      </dsp:txXfrm>
    </dsp:sp>
    <dsp:sp modelId="{89EAD0BE-0DD4-4965-B850-FA4E2E9066D5}">
      <dsp:nvSpPr>
        <dsp:cNvPr id="0" name=""/>
        <dsp:cNvSpPr/>
      </dsp:nvSpPr>
      <dsp:spPr>
        <a:xfrm>
          <a:off x="9364613" y="0"/>
          <a:ext cx="1741433" cy="4311349"/>
        </a:xfrm>
        <a:prstGeom prst="roundRect">
          <a:avLst>
            <a:gd name="adj" fmla="val 10000"/>
          </a:avLst>
        </a:prstGeom>
        <a:solidFill>
          <a:srgbClr val="003366"/>
        </a:solidFill>
        <a:ln>
          <a:solidFill>
            <a:srgbClr val="991933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STATIONARY</a:t>
          </a:r>
        </a:p>
      </dsp:txBody>
      <dsp:txXfrm>
        <a:off x="9364613" y="0"/>
        <a:ext cx="1741433" cy="1293404"/>
      </dsp:txXfrm>
    </dsp:sp>
    <dsp:sp modelId="{91C52A9A-2E91-49E3-9FEC-CEB8F1172EB3}">
      <dsp:nvSpPr>
        <dsp:cNvPr id="0" name=""/>
        <dsp:cNvSpPr/>
      </dsp:nvSpPr>
      <dsp:spPr>
        <a:xfrm>
          <a:off x="9538756" y="1293404"/>
          <a:ext cx="1393146" cy="2802376"/>
        </a:xfrm>
        <a:prstGeom prst="roundRect">
          <a:avLst>
            <a:gd name="adj" fmla="val 10000"/>
          </a:avLst>
        </a:prstGeom>
        <a:solidFill>
          <a:srgbClr val="7799CC"/>
        </a:solidFill>
        <a:ln w="1270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74295" rIns="9906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MSP</a:t>
          </a:r>
        </a:p>
      </dsp:txBody>
      <dsp:txXfrm>
        <a:off x="9579560" y="1334208"/>
        <a:ext cx="1311538" cy="27207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>
              <a:latin typeface="Lato" panose="020F0502020204030203" pitchFamily="34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617D310-0C4F-4B4C-B025-B4A6F8DB9521}" type="datetimeFigureOut">
              <a:rPr lang="en-US" smtClean="0">
                <a:latin typeface="Lato" panose="020F0502020204030203" pitchFamily="34" charset="77"/>
              </a:rPr>
              <a:t>6/11/2026</a:t>
            </a:fld>
            <a:endParaRPr lang="en-US">
              <a:latin typeface="Lato" panose="020F0502020204030203" pitchFamily="34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>
              <a:latin typeface="Lato" panose="020F0502020204030203" pitchFamily="34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4B1BD57-0140-5543-8501-12A1D34515F5}" type="slidenum">
              <a:rPr lang="en-US" smtClean="0">
                <a:latin typeface="Lato" panose="020F0502020204030203" pitchFamily="34" charset="77"/>
              </a:rPr>
              <a:t>‹#›</a:t>
            </a:fld>
            <a:endParaRPr lang="en-US">
              <a:latin typeface="Lato" panose="020F050202020403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6105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 b="0" i="0">
                <a:latin typeface="Lato" panose="020F0502020204030203" pitchFamily="34" charset="77"/>
              </a:defRPr>
            </a:lvl1pPr>
          </a:lstStyle>
          <a:p>
            <a:fld id="{EFC10EE1-B198-C942-8235-326C972CBB30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 b="0" i="0">
                <a:latin typeface="Lato" panose="020F0502020204030203" pitchFamily="34" charset="77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44142" rtl="0" eaLnBrk="1" latinLnBrk="0" hangingPunct="1">
      <a:defRPr sz="1428" b="0" i="0" kern="1200">
        <a:solidFill>
          <a:schemeClr val="tx1"/>
        </a:solidFill>
        <a:latin typeface="Lato" panose="020F0502020204030203" pitchFamily="34" charset="77"/>
        <a:ea typeface="+mn-ea"/>
        <a:cs typeface="+mn-cs"/>
      </a:defRPr>
    </a:lvl1pPr>
    <a:lvl2pPr marL="544142" algn="l" defTabSz="544142" rtl="0" eaLnBrk="1" latinLnBrk="0" hangingPunct="1">
      <a:defRPr sz="1428" b="0" i="0" kern="1200">
        <a:solidFill>
          <a:schemeClr val="tx1"/>
        </a:solidFill>
        <a:latin typeface="Lato" panose="020F0502020204030203" pitchFamily="34" charset="77"/>
        <a:ea typeface="+mn-ea"/>
        <a:cs typeface="+mn-cs"/>
      </a:defRPr>
    </a:lvl2pPr>
    <a:lvl3pPr marL="1088284" algn="l" defTabSz="544142" rtl="0" eaLnBrk="1" latinLnBrk="0" hangingPunct="1">
      <a:defRPr sz="1428" b="0" i="0" kern="1200">
        <a:solidFill>
          <a:schemeClr val="tx1"/>
        </a:solidFill>
        <a:latin typeface="Lato" panose="020F0502020204030203" pitchFamily="34" charset="77"/>
        <a:ea typeface="+mn-ea"/>
        <a:cs typeface="+mn-cs"/>
      </a:defRPr>
    </a:lvl3pPr>
    <a:lvl4pPr marL="1632426" algn="l" defTabSz="544142" rtl="0" eaLnBrk="1" latinLnBrk="0" hangingPunct="1">
      <a:defRPr sz="1428" b="0" i="0" kern="1200">
        <a:solidFill>
          <a:schemeClr val="tx1"/>
        </a:solidFill>
        <a:latin typeface="Lato" panose="020F0502020204030203" pitchFamily="34" charset="77"/>
        <a:ea typeface="+mn-ea"/>
        <a:cs typeface="+mn-cs"/>
      </a:defRPr>
    </a:lvl4pPr>
    <a:lvl5pPr marL="2176568" algn="l" defTabSz="544142" rtl="0" eaLnBrk="1" latinLnBrk="0" hangingPunct="1">
      <a:defRPr sz="1428" b="0" i="0" kern="1200">
        <a:solidFill>
          <a:schemeClr val="tx1"/>
        </a:solidFill>
        <a:latin typeface="Lato" panose="020F0502020204030203" pitchFamily="34" charset="77"/>
        <a:ea typeface="+mn-ea"/>
        <a:cs typeface="+mn-cs"/>
      </a:defRPr>
    </a:lvl5pPr>
    <a:lvl6pPr marL="2720710" algn="l" defTabSz="544142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6pPr>
    <a:lvl7pPr marL="3264852" algn="l" defTabSz="544142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7pPr>
    <a:lvl8pPr marL="3808994" algn="l" defTabSz="544142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8pPr>
    <a:lvl9pPr marL="4353136" algn="l" defTabSz="544142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038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B3D6D-5B3D-DEA5-5826-73DB1C1E3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037748-40C4-53BD-7FB2-A1F4E628A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60D74E-7611-9683-6EFD-973DAE715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DD673-1D85-C87F-3105-8779B56086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75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3DC85-CB2E-091A-DFF1-49EF3AA54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90675C-3184-4A8C-40D1-0BE9056547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6F6902-8A93-60D5-56CF-86021D8D8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48604-9807-C798-CA07-BD626FB5EC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584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538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8D010-63A2-46E0-022E-D0F5CEC50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76C4C-E00A-454A-95A1-5828F252B5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2C134D-B3E7-3934-150A-36F08D73D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D58C1-2F00-6DED-FAE3-19B2A3532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293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29634-8AC4-D7E6-3854-A176B3CFC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F00E32-2932-B90F-71BA-2A50DA424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9F099C-5CBA-FC02-9B27-B4014487E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2DB06-6644-97C8-09DD-AC4C868AF6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034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F43E1-9392-3AAA-A841-2DAB0017E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1D82D4-66E5-F33F-E746-7974A46F4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1936DA-D98F-A5C5-B75D-7A9472D3E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7409E-CB80-9E94-10A9-A1E575A08C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3246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AFA21-2461-F31F-B0CA-49E0BA904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B7E7ED-4585-858A-ABD6-3413B1EC9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48EF73-01BA-88B9-CC7F-D3ECB525D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DEBD38-93C9-1C6A-9BE5-15E7DC13E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5958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EE58A-794E-B765-E611-98131F285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673AF-6CA3-C86A-6267-BE120DD5E3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350B78-3CAC-26B4-5C5A-D102EF837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70C17-A480-DA06-8AEA-7AAB5D36AF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290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00D5-1E25-D507-B565-E78E838F9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561A6C-EFD2-1CF4-F1AD-F5F4D79ACF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C8E9DE-A409-F759-CBB8-3C9CE7D32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06ACA-04B8-C691-E5ED-177C0F77D8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6061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19E08-CD0D-47D8-91B3-8ABE3C8A9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14F8C2-612B-A816-15A1-5202E6978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0A4EE1-EC9D-F3D7-39B7-6CB3CA8E4C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37790-9F17-0050-EB4F-BEBC5A5827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531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CCBCE-4592-8D6F-3209-C65CC7E39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BB11AA-0AA3-E555-0E7E-44AA3D348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DA5E27-BFCB-67AC-A5DD-CDD6A44482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5D098-41B9-EADE-0055-916E1EDD8C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9525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573DE-9C74-B207-20D2-A3B472D14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9604CC-936C-660A-6A67-A2E34D1AD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362742-6088-F2B6-C4BA-2C9C59FBB9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966B8-DDEA-EAF1-653B-2B03D3549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6880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89C4C-F53A-536A-D637-21A58DCC9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9BDC3D-1BFF-812F-C5C0-3620078CC4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753C79-9F03-109C-6254-890DCD759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56E50-97EC-68F9-5E50-84A1178AE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2320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F6C30-BFBF-2517-7B28-2AD9F835F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E4433D-145E-F7F6-6E09-28521E4AE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C63711-94C2-DCA5-2D58-B39CCE185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61BE0-D423-3B4A-AC2A-99AAAF2771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2734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2E47C-DB9C-3D6D-CBCF-10E8349FC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A5FDE2-442E-3168-B480-986803F676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9D77C-2624-80B2-CD6C-E0002FDA7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C2658-AFEE-644D-B37E-2333ADC70B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8953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A380B-C8EA-E257-0910-B41DF54E9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62517C-169E-6424-33B9-D9D77F3B8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FE21C0-34A0-A91F-3E43-DC64741BC0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80074-2BB5-2A14-5DFE-BD229BF26E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3963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06977-C7D7-361F-4D70-D49F47EB0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C05B29-F3E8-0045-4A59-E5FB78A5EC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BA712B-76F5-7BC6-6BFD-FA57B22E7D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91456-3EB0-6326-4CD1-7F530E45E9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010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D4AF6-36B9-881C-2F5B-8F0844949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C7AAD9-8593-007E-7DCA-C3B9C49D55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9657C8-B4B1-F1A0-DABB-4A2E281996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C389F-1DCB-75C9-D212-7044C4B7DB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6643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7C9E5-7EE9-4355-AB20-B4ECA6251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7B3E25-EC06-1D1E-196B-455C8DF7E0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6A261A-A854-2EC8-9D30-15DEDD5330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B08AA-FB46-3D4C-CFDA-4D139B5CE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9355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1C7BB-4041-4982-41BD-E7ACDD8F3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2F7B34-7EA3-6C0C-4A8F-2A1FA504DE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9E0432-3E26-F3EB-0E47-E5531BC31D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2AAEC-69D9-10C6-1D17-FCB7D4D648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8164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799FE-9D62-2DF5-2C8B-721FE835E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179B04-1086-97BB-EB80-E20649EAF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7746F-AEFA-51D0-EA7A-06351E5E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AA9D2-8B98-AD23-03A2-D4F5C62080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6162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30FDE-513B-369F-6A18-953122712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B15938-D77A-6472-69EC-0C90FD0E44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742FC9-0D18-BE77-1DDC-698D6F7A6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B68F9-04ED-7A60-F991-9B47F735B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3242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EEAF1-65DB-ACB2-BAC4-91A3CE045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8E5723-1D94-F960-B4E8-A8307A8A1C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D78CC-3C7F-4F34-34D7-2BDFAA158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8F2F4-903D-FD36-BE81-22B5FA9CE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934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ACFFE-9FDC-69FC-931C-A4782BD07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748D09-2A71-C4A3-DCC2-28916E80F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146CDA-2F53-82C0-BE11-EEC9D0508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E4B35-8849-C95B-6B96-6472FB838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2820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97909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76070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4757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52398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28065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03316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725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324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04649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26163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74417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laceholder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2"/>
            <a:ext cx="12192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E5266A-F156-C849-860A-EDF930EFE906}"/>
              </a:ext>
            </a:extLst>
          </p:cNvPr>
          <p:cNvSpPr txBox="1"/>
          <p:nvPr userDrawn="1"/>
        </p:nvSpPr>
        <p:spPr>
          <a:xfrm>
            <a:off x="11699602" y="6496536"/>
            <a:ext cx="324456" cy="207753"/>
          </a:xfrm>
          <a:prstGeom prst="rect">
            <a:avLst/>
          </a:prstGeom>
          <a:noFill/>
        </p:spPr>
        <p:txBody>
          <a:bodyPr wrap="none" lIns="68584" tIns="34292" rIns="68584" bIns="34292" rtlCol="0" anchor="b">
            <a:spAutoFit/>
          </a:bodyPr>
          <a:lstStyle/>
          <a:p>
            <a:pPr algn="r"/>
            <a:fld id="{260E2A6B-A809-4840-BF14-8648BC0BDF87}" type="slidenum">
              <a:rPr lang="id-ID" sz="900" b="0" i="0" smtClean="0">
                <a:solidFill>
                  <a:schemeClr val="tx1"/>
                </a:solidFill>
                <a:latin typeface="Lato" panose="020F0502020204030203" pitchFamily="34" charset="77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‹#›</a:t>
            </a:fld>
            <a:r>
              <a:rPr lang="id-ID" sz="900" b="0" i="0">
                <a:solidFill>
                  <a:schemeClr val="tx1"/>
                </a:solidFill>
                <a:latin typeface="Lato" panose="020F0502020204030203" pitchFamily="34" charset="77"/>
                <a:ea typeface="Verdana" panose="020B0604030504040204" pitchFamily="34" charset="0"/>
                <a:cs typeface="Verdana" panose="020B0604030504040204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959748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out U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902655" y="2171374"/>
            <a:ext cx="2310384" cy="173278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9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985920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fld id="{C764DE79-268F-4C1A-8933-263129D2AF90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4E0FD7-6767-6C4A-BBD2-D17039319A1B}"/>
              </a:ext>
            </a:extLst>
          </p:cNvPr>
          <p:cNvSpPr txBox="1"/>
          <p:nvPr userDrawn="1"/>
        </p:nvSpPr>
        <p:spPr>
          <a:xfrm>
            <a:off x="11699602" y="6496536"/>
            <a:ext cx="324456" cy="207753"/>
          </a:xfrm>
          <a:prstGeom prst="rect">
            <a:avLst/>
          </a:prstGeom>
          <a:noFill/>
        </p:spPr>
        <p:txBody>
          <a:bodyPr wrap="none" lIns="68584" tIns="34292" rIns="68584" bIns="34292" rtlCol="0" anchor="b">
            <a:spAutoFit/>
          </a:bodyPr>
          <a:lstStyle/>
          <a:p>
            <a:pPr algn="r"/>
            <a:fld id="{260E2A6B-A809-4840-BF14-8648BC0BDF87}" type="slidenum">
              <a:rPr lang="id-ID" sz="900" b="0" i="0" smtClean="0">
                <a:solidFill>
                  <a:schemeClr val="tx1"/>
                </a:solidFill>
                <a:latin typeface="Lato" panose="020F0502020204030203" pitchFamily="34" charset="77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‹#›</a:t>
            </a:fld>
            <a:r>
              <a:rPr lang="id-ID" sz="900" b="0" i="0">
                <a:solidFill>
                  <a:schemeClr val="tx1"/>
                </a:solidFill>
                <a:latin typeface="Lato" panose="020F0502020204030203" pitchFamily="34" charset="77"/>
                <a:ea typeface="Verdana" panose="020B0604030504040204" pitchFamily="34" charset="0"/>
                <a:cs typeface="Verdana" panose="020B0604030504040204" pitchFamily="34" charset="0"/>
              </a:rPr>
              <a:t>  </a:t>
            </a:r>
          </a:p>
        </p:txBody>
      </p:sp>
      <p:pic>
        <p:nvPicPr>
          <p:cNvPr id="10" name="Picture 9" descr="Shape&#10;&#10;Description automatically generated">
            <a:extLst>
              <a:ext uri="{FF2B5EF4-FFF2-40B4-BE49-F238E27FC236}">
                <a16:creationId xmlns:a16="http://schemas.microsoft.com/office/drawing/2014/main" id="{DDE74F47-8AC0-4045-802B-7E36A7882C37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74" y="6421272"/>
            <a:ext cx="342639" cy="26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472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0" r:id="rId1"/>
    <p:sldLayoutId id="2147484111" r:id="rId2"/>
    <p:sldLayoutId id="2147484112" r:id="rId3"/>
    <p:sldLayoutId id="2147484113" r:id="rId4"/>
    <p:sldLayoutId id="2147484114" r:id="rId5"/>
    <p:sldLayoutId id="2147484115" r:id="rId6"/>
    <p:sldLayoutId id="2147484116" r:id="rId7"/>
    <p:sldLayoutId id="2147484117" r:id="rId8"/>
    <p:sldLayoutId id="2147484118" r:id="rId9"/>
    <p:sldLayoutId id="2147484119" r:id="rId10"/>
    <p:sldLayoutId id="2147484120" r:id="rId11"/>
    <p:sldLayoutId id="2147484122" r:id="rId12"/>
    <p:sldLayoutId id="214748412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Lato Light" panose="020F030202020403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Lato" panose="020F050202020403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e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package" Target="../embeddings/Microsoft_Excel_Worksheet1.xlsx"/><Relationship Id="rId5" Type="http://schemas.openxmlformats.org/officeDocument/2006/relationships/image" Target="../media/image7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chart" Target="../charts/chart2.xml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12.xml"/><Relationship Id="rId8" Type="http://schemas.openxmlformats.org/officeDocument/2006/relationships/chart" Target="../charts/char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package" Target="../embeddings/Microsoft_Excel_Worksheet4.xlsx"/><Relationship Id="rId6" Type="http://schemas.openxmlformats.org/officeDocument/2006/relationships/image" Target="../media/image9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chart" Target="../charts/chart7.xml"/><Relationship Id="rId5" Type="http://schemas.openxmlformats.org/officeDocument/2006/relationships/chart" Target="../charts/chart8.xml"/><Relationship Id="rId6" Type="http://schemas.openxmlformats.org/officeDocument/2006/relationships/image" Target="../media/image10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emf"/><Relationship Id="rId4" Type="http://schemas.openxmlformats.org/officeDocument/2006/relationships/image" Target="../media/image12.emf"/><Relationship Id="rId5" Type="http://schemas.openxmlformats.org/officeDocument/2006/relationships/image" Target="../media/image13.e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em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emf"/><Relationship Id="rId4" Type="http://schemas.openxmlformats.org/officeDocument/2006/relationships/image" Target="../media/image12.emf"/><Relationship Id="rId5" Type="http://schemas.openxmlformats.org/officeDocument/2006/relationships/image" Target="../media/image15.em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e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emf"/><Relationship Id="rId4" Type="http://schemas.openxmlformats.org/officeDocument/2006/relationships/image" Target="../media/image12.emf"/><Relationship Id="rId5" Type="http://schemas.openxmlformats.org/officeDocument/2006/relationships/image" Target="../media/image17.e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emf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chart" Target="../charts/chart9.xml"/><Relationship Id="rId4" Type="http://schemas.openxmlformats.org/officeDocument/2006/relationships/chart" Target="../charts/chart10.xml"/><Relationship Id="rId5" Type="http://schemas.openxmlformats.org/officeDocument/2006/relationships/image" Target="../media/image19.emf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11.xml"/><Relationship Id="rId4" Type="http://schemas.openxmlformats.org/officeDocument/2006/relationships/package" Target="../embeddings/Microsoft_Excel_Worksheet10.xlsx"/><Relationship Id="rId5" Type="http://schemas.openxmlformats.org/officeDocument/2006/relationships/image" Target="../media/image20.emf"/><Relationship Id="rId6" Type="http://schemas.openxmlformats.org/officeDocument/2006/relationships/package" Target="../embeddings/Microsoft_Excel_Worksheet11.xlsx"/><Relationship Id="rId7" Type="http://schemas.openxmlformats.org/officeDocument/2006/relationships/image" Target="../media/image21.e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emf"/><Relationship Id="rId4" Type="http://schemas.openxmlformats.org/officeDocument/2006/relationships/image" Target="../media/image12.emf"/><Relationship Id="rId5" Type="http://schemas.openxmlformats.org/officeDocument/2006/relationships/image" Target="../media/image22.em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package" Target="../embeddings/Microsoft_Excel_Worksheet12.xlsx"/><Relationship Id="rId4" Type="http://schemas.openxmlformats.org/officeDocument/2006/relationships/image" Target="../media/image2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6A96B79-E04F-51B4-D93D-97663E9DA8D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>
            <a:fillRect/>
          </a:stretch>
        </p:blipFill>
        <p:spPr/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B6C640-3C73-FB4C-AA33-2C7BB1B1C23B}"/>
              </a:ext>
            </a:extLst>
          </p:cNvPr>
          <p:cNvSpPr txBox="1"/>
          <p:nvPr/>
        </p:nvSpPr>
        <p:spPr>
          <a:xfrm>
            <a:off x="1072837" y="4570276"/>
            <a:ext cx="100463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spc="300">
                <a:solidFill>
                  <a:schemeClr val="bg1"/>
                </a:solidFill>
                <a:latin typeface="Lato" panose="020F0502020204030203" pitchFamily="34" charset="77"/>
                <a:ea typeface="Verdana" panose="020B0604030504040204" pitchFamily="34" charset="0"/>
                <a:cs typeface="Verdana" panose="020B0604030504040204" pitchFamily="34" charset="0"/>
              </a:rPr>
              <a:t>GSE Monthly Performance Review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25F12B-6D3A-8049-8480-B91A0287C890}"/>
              </a:ext>
            </a:extLst>
          </p:cNvPr>
          <p:cNvSpPr txBox="1"/>
          <p:nvPr/>
        </p:nvSpPr>
        <p:spPr>
          <a:xfrm>
            <a:off x="3810000" y="5381699"/>
            <a:ext cx="4480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spc="450" dirty="0">
                <a:solidFill>
                  <a:schemeClr val="bg1"/>
                </a:solidFill>
                <a:latin typeface="Lato" panose="020F0502020204030203" pitchFamily="34" charset="77"/>
                <a:ea typeface="Verdana" panose="020B0604030504040204" pitchFamily="34" charset="0"/>
                <a:cs typeface="Verdana" panose="020B0604030504040204" pitchFamily="34" charset="0"/>
              </a:rPr>
              <a:t>May 2026</a:t>
            </a:r>
          </a:p>
        </p:txBody>
      </p:sp>
    </p:spTree>
    <p:extLst>
      <p:ext uri="{BB962C8B-B14F-4D97-AF65-F5344CB8AC3E}">
        <p14:creationId xmlns:p14="http://schemas.microsoft.com/office/powerpoint/2010/main" val="176544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D6D4D-94CC-BC2A-574B-4DF23CB91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Document 16">
            <a:extLst>
              <a:ext uri="{FF2B5EF4-FFF2-40B4-BE49-F238E27FC236}">
                <a16:creationId xmlns:a16="http://schemas.microsoft.com/office/drawing/2014/main" id="{C6D5C8C4-74CC-B81D-B6D1-4C34A5093BB3}"/>
              </a:ext>
            </a:extLst>
          </p:cNvPr>
          <p:cNvSpPr/>
          <p:nvPr/>
        </p:nvSpPr>
        <p:spPr>
          <a:xfrm>
            <a:off x="296094" y="1197124"/>
            <a:ext cx="11599814" cy="5479699"/>
          </a:xfrm>
          <a:prstGeom prst="flowChartDocumen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AC93EC-6238-1409-4908-FFF80137077B}"/>
              </a:ext>
            </a:extLst>
          </p:cNvPr>
          <p:cNvSpPr txBox="1"/>
          <p:nvPr/>
        </p:nvSpPr>
        <p:spPr>
          <a:xfrm>
            <a:off x="299775" y="820125"/>
            <a:ext cx="11592450" cy="1005840"/>
          </a:xfrm>
          <a:prstGeom prst="rect">
            <a:avLst/>
          </a:prstGeom>
          <a:solidFill>
            <a:srgbClr val="00336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GSE Monthly Performance Summary</a:t>
            </a:r>
          </a:p>
        </p:txBody>
      </p:sp>
      <p:sp>
        <p:nvSpPr>
          <p:cNvPr id="77" name="Right Triangle 76">
            <a:extLst>
              <a:ext uri="{FF2B5EF4-FFF2-40B4-BE49-F238E27FC236}">
                <a16:creationId xmlns:a16="http://schemas.microsoft.com/office/drawing/2014/main" id="{FD116A5C-7827-CC36-8CD8-DF2D406C486F}"/>
              </a:ext>
            </a:extLst>
          </p:cNvPr>
          <p:cNvSpPr/>
          <p:nvPr/>
        </p:nvSpPr>
        <p:spPr>
          <a:xfrm rot="8771969">
            <a:off x="10348648" y="1611419"/>
            <a:ext cx="312943" cy="399076"/>
          </a:xfrm>
          <a:prstGeom prst="rtTriangle">
            <a:avLst/>
          </a:prstGeom>
          <a:solidFill>
            <a:srgbClr val="7799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lowchart: Off-page Connector 77">
            <a:extLst>
              <a:ext uri="{FF2B5EF4-FFF2-40B4-BE49-F238E27FC236}">
                <a16:creationId xmlns:a16="http://schemas.microsoft.com/office/drawing/2014/main" id="{857ABDA3-3D5B-84B2-25DF-950154BD7D5D}"/>
              </a:ext>
            </a:extLst>
          </p:cNvPr>
          <p:cNvSpPr/>
          <p:nvPr/>
        </p:nvSpPr>
        <p:spPr>
          <a:xfrm>
            <a:off x="9464921" y="1470989"/>
            <a:ext cx="1096563" cy="3112358"/>
          </a:xfrm>
          <a:prstGeom prst="flowChartOffpageConnector">
            <a:avLst/>
          </a:prstGeom>
          <a:solidFill>
            <a:srgbClr val="7799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7E1061-EBBA-7F87-5B68-4CC155A10BD1}"/>
              </a:ext>
            </a:extLst>
          </p:cNvPr>
          <p:cNvSpPr txBox="1"/>
          <p:nvPr/>
        </p:nvSpPr>
        <p:spPr>
          <a:xfrm>
            <a:off x="167148" y="39333"/>
            <a:ext cx="2926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Planned Discussion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DCAEBE7-DF7A-BAD0-A849-56B56C1B5648}"/>
              </a:ext>
            </a:extLst>
          </p:cNvPr>
          <p:cNvCxnSpPr/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D7B30E3F-050C-8EA9-E204-A5AA303C10B4}"/>
              </a:ext>
            </a:extLst>
          </p:cNvPr>
          <p:cNvSpPr/>
          <p:nvPr/>
        </p:nvSpPr>
        <p:spPr>
          <a:xfrm>
            <a:off x="8328992" y="844828"/>
            <a:ext cx="1073426" cy="467289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5 min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C772980C-9641-8BB2-113A-4A7B84292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9239" y="5707062"/>
            <a:ext cx="1067996" cy="1056871"/>
          </a:xfrm>
          <a:prstGeom prst="rect">
            <a:avLst/>
          </a:prstGeom>
        </p:spPr>
      </p:pic>
      <p:sp>
        <p:nvSpPr>
          <p:cNvPr id="61" name="Oval 60">
            <a:extLst>
              <a:ext uri="{FF2B5EF4-FFF2-40B4-BE49-F238E27FC236}">
                <a16:creationId xmlns:a16="http://schemas.microsoft.com/office/drawing/2014/main" id="{4960FF78-7364-190C-16D8-463566F26AFC}"/>
              </a:ext>
            </a:extLst>
          </p:cNvPr>
          <p:cNvSpPr/>
          <p:nvPr/>
        </p:nvSpPr>
        <p:spPr>
          <a:xfrm>
            <a:off x="3703234" y="860389"/>
            <a:ext cx="457200" cy="27432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</a:t>
            </a:r>
            <a:endParaRPr lang="en-US" sz="9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0E0EDFFB-A7C0-7D45-E0CE-E5FF92012AA7}"/>
              </a:ext>
            </a:extLst>
          </p:cNvPr>
          <p:cNvSpPr/>
          <p:nvPr/>
        </p:nvSpPr>
        <p:spPr>
          <a:xfrm rot="8771969">
            <a:off x="1179820" y="1585770"/>
            <a:ext cx="312943" cy="399076"/>
          </a:xfrm>
          <a:prstGeom prst="rtTriangle">
            <a:avLst/>
          </a:prstGeom>
          <a:solidFill>
            <a:srgbClr val="7799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lowchart: Off-page Connector 1">
            <a:extLst>
              <a:ext uri="{FF2B5EF4-FFF2-40B4-BE49-F238E27FC236}">
                <a16:creationId xmlns:a16="http://schemas.microsoft.com/office/drawing/2014/main" id="{AB33799D-E217-7A0F-1CA2-302D54FA6E74}"/>
              </a:ext>
            </a:extLst>
          </p:cNvPr>
          <p:cNvSpPr/>
          <p:nvPr/>
        </p:nvSpPr>
        <p:spPr>
          <a:xfrm>
            <a:off x="296093" y="1470989"/>
            <a:ext cx="1096563" cy="3112358"/>
          </a:xfrm>
          <a:prstGeom prst="flowChartOffpageConnector">
            <a:avLst/>
          </a:prstGeom>
          <a:solidFill>
            <a:srgbClr val="7799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A5223F3D-3E21-6468-5360-2D26F844B133}"/>
              </a:ext>
            </a:extLst>
          </p:cNvPr>
          <p:cNvSpPr/>
          <p:nvPr/>
        </p:nvSpPr>
        <p:spPr>
          <a:xfrm rot="8771969">
            <a:off x="3781699" y="1594823"/>
            <a:ext cx="312943" cy="399076"/>
          </a:xfrm>
          <a:prstGeom prst="rtTriangle">
            <a:avLst/>
          </a:prstGeom>
          <a:solidFill>
            <a:srgbClr val="7799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Off-page Connector 4">
            <a:extLst>
              <a:ext uri="{FF2B5EF4-FFF2-40B4-BE49-F238E27FC236}">
                <a16:creationId xmlns:a16="http://schemas.microsoft.com/office/drawing/2014/main" id="{BE2143E0-E432-7353-7CB0-C5C17D1FB46B}"/>
              </a:ext>
            </a:extLst>
          </p:cNvPr>
          <p:cNvSpPr/>
          <p:nvPr/>
        </p:nvSpPr>
        <p:spPr>
          <a:xfrm>
            <a:off x="2897971" y="1470989"/>
            <a:ext cx="1096563" cy="3112358"/>
          </a:xfrm>
          <a:prstGeom prst="flowChartOffpageConnector">
            <a:avLst/>
          </a:prstGeom>
          <a:solidFill>
            <a:srgbClr val="7799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9982B2AC-C95A-21BA-F622-13A7FB6639F8}"/>
              </a:ext>
            </a:extLst>
          </p:cNvPr>
          <p:cNvSpPr/>
          <p:nvPr/>
        </p:nvSpPr>
        <p:spPr>
          <a:xfrm rot="8771969">
            <a:off x="5096362" y="1585770"/>
            <a:ext cx="312943" cy="399076"/>
          </a:xfrm>
          <a:prstGeom prst="rtTriangle">
            <a:avLst/>
          </a:prstGeom>
          <a:solidFill>
            <a:srgbClr val="7799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Off-page Connector 7">
            <a:extLst>
              <a:ext uri="{FF2B5EF4-FFF2-40B4-BE49-F238E27FC236}">
                <a16:creationId xmlns:a16="http://schemas.microsoft.com/office/drawing/2014/main" id="{36340DCF-F6A2-2A7C-C55F-28468EF7530F}"/>
              </a:ext>
            </a:extLst>
          </p:cNvPr>
          <p:cNvSpPr/>
          <p:nvPr/>
        </p:nvSpPr>
        <p:spPr>
          <a:xfrm>
            <a:off x="4212635" y="1470989"/>
            <a:ext cx="1096563" cy="3112358"/>
          </a:xfrm>
          <a:prstGeom prst="flowChartOffpageConnector">
            <a:avLst/>
          </a:prstGeom>
          <a:solidFill>
            <a:srgbClr val="7799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D96BE404-0D52-8018-6CD1-BC744B3D9448}"/>
              </a:ext>
            </a:extLst>
          </p:cNvPr>
          <p:cNvSpPr/>
          <p:nvPr/>
        </p:nvSpPr>
        <p:spPr>
          <a:xfrm rot="8771969">
            <a:off x="6419115" y="1585770"/>
            <a:ext cx="312943" cy="399076"/>
          </a:xfrm>
          <a:prstGeom prst="rtTriangle">
            <a:avLst/>
          </a:prstGeom>
          <a:solidFill>
            <a:srgbClr val="7799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Off-page Connector 11">
            <a:extLst>
              <a:ext uri="{FF2B5EF4-FFF2-40B4-BE49-F238E27FC236}">
                <a16:creationId xmlns:a16="http://schemas.microsoft.com/office/drawing/2014/main" id="{E0D6BA4E-E523-36A8-D0E2-7A5FEF6A749C}"/>
              </a:ext>
            </a:extLst>
          </p:cNvPr>
          <p:cNvSpPr/>
          <p:nvPr/>
        </p:nvSpPr>
        <p:spPr>
          <a:xfrm>
            <a:off x="5535388" y="1470989"/>
            <a:ext cx="1096563" cy="3112358"/>
          </a:xfrm>
          <a:prstGeom prst="flowChartOffpageConnector">
            <a:avLst/>
          </a:prstGeom>
          <a:solidFill>
            <a:srgbClr val="7799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1C491DA7-1E3C-1901-BAD8-8017B8BA2631}"/>
              </a:ext>
            </a:extLst>
          </p:cNvPr>
          <p:cNvSpPr/>
          <p:nvPr/>
        </p:nvSpPr>
        <p:spPr>
          <a:xfrm rot="8771969">
            <a:off x="7755085" y="1585770"/>
            <a:ext cx="312943" cy="399076"/>
          </a:xfrm>
          <a:prstGeom prst="rtTriangle">
            <a:avLst/>
          </a:prstGeom>
          <a:solidFill>
            <a:srgbClr val="7799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lowchart: Off-page Connector 13">
            <a:extLst>
              <a:ext uri="{FF2B5EF4-FFF2-40B4-BE49-F238E27FC236}">
                <a16:creationId xmlns:a16="http://schemas.microsoft.com/office/drawing/2014/main" id="{D6F57044-1580-C623-2DDA-B1C766716CBF}"/>
              </a:ext>
            </a:extLst>
          </p:cNvPr>
          <p:cNvSpPr/>
          <p:nvPr/>
        </p:nvSpPr>
        <p:spPr>
          <a:xfrm>
            <a:off x="6871358" y="1470989"/>
            <a:ext cx="1096563" cy="3112358"/>
          </a:xfrm>
          <a:prstGeom prst="flowChartOffpageConnector">
            <a:avLst/>
          </a:prstGeom>
          <a:solidFill>
            <a:srgbClr val="7799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B3F4D353-250E-AAD6-98FF-8714DE5363A6}"/>
              </a:ext>
            </a:extLst>
          </p:cNvPr>
          <p:cNvSpPr/>
          <p:nvPr/>
        </p:nvSpPr>
        <p:spPr>
          <a:xfrm rot="8771969">
            <a:off x="9048054" y="1594823"/>
            <a:ext cx="312943" cy="399076"/>
          </a:xfrm>
          <a:prstGeom prst="rtTriangle">
            <a:avLst/>
          </a:prstGeom>
          <a:solidFill>
            <a:srgbClr val="7799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597236A6-A53F-E6B4-AB07-535484C6E316}"/>
              </a:ext>
            </a:extLst>
          </p:cNvPr>
          <p:cNvSpPr/>
          <p:nvPr/>
        </p:nvSpPr>
        <p:spPr>
          <a:xfrm>
            <a:off x="8164327" y="1470989"/>
            <a:ext cx="1096563" cy="3112358"/>
          </a:xfrm>
          <a:prstGeom prst="flowChartOffpageConnector">
            <a:avLst/>
          </a:prstGeom>
          <a:solidFill>
            <a:srgbClr val="7799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E17B25-9C21-9481-7BAF-93B05B953FC2}"/>
              </a:ext>
            </a:extLst>
          </p:cNvPr>
          <p:cNvSpPr txBox="1"/>
          <p:nvPr/>
        </p:nvSpPr>
        <p:spPr>
          <a:xfrm>
            <a:off x="317767" y="1836610"/>
            <a:ext cx="1064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Safety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E4B474-B4AA-97B7-4240-39E35790D119}"/>
              </a:ext>
            </a:extLst>
          </p:cNvPr>
          <p:cNvSpPr txBox="1"/>
          <p:nvPr/>
        </p:nvSpPr>
        <p:spPr>
          <a:xfrm>
            <a:off x="5568654" y="1836610"/>
            <a:ext cx="1064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North (M)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5C4383-FF4B-0E8C-40C0-79DA39A118B4}"/>
              </a:ext>
            </a:extLst>
          </p:cNvPr>
          <p:cNvSpPr txBox="1"/>
          <p:nvPr/>
        </p:nvSpPr>
        <p:spPr>
          <a:xfrm>
            <a:off x="6842498" y="1836610"/>
            <a:ext cx="1064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South (M)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6844AE-FA17-A7AF-65A4-E09773063C31}"/>
              </a:ext>
            </a:extLst>
          </p:cNvPr>
          <p:cNvSpPr txBox="1"/>
          <p:nvPr/>
        </p:nvSpPr>
        <p:spPr>
          <a:xfrm>
            <a:off x="8138040" y="1836610"/>
            <a:ext cx="11265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Stationary 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CCF65DD-CFD6-9F65-B799-64C0DDE80520}"/>
              </a:ext>
            </a:extLst>
          </p:cNvPr>
          <p:cNvCxnSpPr>
            <a:cxnSpLocks/>
          </p:cNvCxnSpPr>
          <p:nvPr/>
        </p:nvCxnSpPr>
        <p:spPr>
          <a:xfrm>
            <a:off x="385721" y="2322027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1740AA9-7950-22D7-6D1A-D555E3850435}"/>
              </a:ext>
            </a:extLst>
          </p:cNvPr>
          <p:cNvSpPr txBox="1"/>
          <p:nvPr/>
        </p:nvSpPr>
        <p:spPr>
          <a:xfrm>
            <a:off x="9494418" y="1836610"/>
            <a:ext cx="1064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Galley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6F0DFE5-14E7-1EA1-1101-B5507F7D5D55}"/>
              </a:ext>
            </a:extLst>
          </p:cNvPr>
          <p:cNvCxnSpPr>
            <a:cxnSpLocks/>
          </p:cNvCxnSpPr>
          <p:nvPr/>
        </p:nvCxnSpPr>
        <p:spPr>
          <a:xfrm>
            <a:off x="2994401" y="2322027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841339C-367E-2A83-1171-B3ECAA302AA9}"/>
              </a:ext>
            </a:extLst>
          </p:cNvPr>
          <p:cNvCxnSpPr>
            <a:cxnSpLocks/>
          </p:cNvCxnSpPr>
          <p:nvPr/>
        </p:nvCxnSpPr>
        <p:spPr>
          <a:xfrm>
            <a:off x="5640898" y="2322027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0C0404A-EDE4-1B80-36F6-D530734D349A}"/>
              </a:ext>
            </a:extLst>
          </p:cNvPr>
          <p:cNvCxnSpPr>
            <a:cxnSpLocks/>
          </p:cNvCxnSpPr>
          <p:nvPr/>
        </p:nvCxnSpPr>
        <p:spPr>
          <a:xfrm>
            <a:off x="4299997" y="2322027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649CA3B-F208-4551-5195-EF39EABBAF53}"/>
              </a:ext>
            </a:extLst>
          </p:cNvPr>
          <p:cNvCxnSpPr>
            <a:cxnSpLocks/>
          </p:cNvCxnSpPr>
          <p:nvPr/>
        </p:nvCxnSpPr>
        <p:spPr>
          <a:xfrm>
            <a:off x="6933784" y="2322027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CA2FA96-E044-8F9E-FA8C-5B123B664707}"/>
              </a:ext>
            </a:extLst>
          </p:cNvPr>
          <p:cNvCxnSpPr>
            <a:cxnSpLocks/>
          </p:cNvCxnSpPr>
          <p:nvPr/>
        </p:nvCxnSpPr>
        <p:spPr>
          <a:xfrm>
            <a:off x="8254032" y="2322027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044C376-7AD9-6665-FF74-FA38FF2AF60D}"/>
              </a:ext>
            </a:extLst>
          </p:cNvPr>
          <p:cNvSpPr txBox="1"/>
          <p:nvPr/>
        </p:nvSpPr>
        <p:spPr>
          <a:xfrm>
            <a:off x="313669" y="2322027"/>
            <a:ext cx="10640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F03CC4-AEFB-7BFE-F048-E8FC5C37488B}"/>
              </a:ext>
            </a:extLst>
          </p:cNvPr>
          <p:cNvSpPr txBox="1"/>
          <p:nvPr/>
        </p:nvSpPr>
        <p:spPr>
          <a:xfrm>
            <a:off x="5490146" y="2322027"/>
            <a:ext cx="12251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pPr algn="ctr"/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C8AAD0-73CA-F619-2022-839F0D15941C}"/>
              </a:ext>
            </a:extLst>
          </p:cNvPr>
          <p:cNvSpPr txBox="1"/>
          <p:nvPr/>
        </p:nvSpPr>
        <p:spPr>
          <a:xfrm>
            <a:off x="6813650" y="2322027"/>
            <a:ext cx="12251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pPr algn="ctr"/>
            <a:r>
              <a:rPr lang="en-US" sz="8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D9C9E5-74ED-B227-AF51-71CF589D3888}"/>
              </a:ext>
            </a:extLst>
          </p:cNvPr>
          <p:cNvSpPr txBox="1"/>
          <p:nvPr/>
        </p:nvSpPr>
        <p:spPr>
          <a:xfrm>
            <a:off x="8159378" y="2322027"/>
            <a:ext cx="12251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pPr algn="ctr"/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46A4CCE-C62A-051B-7DCA-1C85AF945F74}"/>
              </a:ext>
            </a:extLst>
          </p:cNvPr>
          <p:cNvCxnSpPr>
            <a:cxnSpLocks/>
          </p:cNvCxnSpPr>
          <p:nvPr/>
        </p:nvCxnSpPr>
        <p:spPr>
          <a:xfrm>
            <a:off x="367580" y="3800643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E7CCCAD-BDCB-8427-5A37-8EBFDD407392}"/>
              </a:ext>
            </a:extLst>
          </p:cNvPr>
          <p:cNvCxnSpPr>
            <a:cxnSpLocks/>
          </p:cNvCxnSpPr>
          <p:nvPr/>
        </p:nvCxnSpPr>
        <p:spPr>
          <a:xfrm>
            <a:off x="2976261" y="3800643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476968D-E81A-ECD4-49F9-C5089846F03D}"/>
              </a:ext>
            </a:extLst>
          </p:cNvPr>
          <p:cNvCxnSpPr>
            <a:cxnSpLocks/>
          </p:cNvCxnSpPr>
          <p:nvPr/>
        </p:nvCxnSpPr>
        <p:spPr>
          <a:xfrm>
            <a:off x="5622758" y="3800643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E8DFD2B-20D1-C29C-CF18-BEA9C7663E4C}"/>
              </a:ext>
            </a:extLst>
          </p:cNvPr>
          <p:cNvCxnSpPr>
            <a:cxnSpLocks/>
          </p:cNvCxnSpPr>
          <p:nvPr/>
        </p:nvCxnSpPr>
        <p:spPr>
          <a:xfrm>
            <a:off x="4281856" y="3800643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C6600C4-F502-5B26-4127-FA958D825004}"/>
              </a:ext>
            </a:extLst>
          </p:cNvPr>
          <p:cNvCxnSpPr>
            <a:cxnSpLocks/>
          </p:cNvCxnSpPr>
          <p:nvPr/>
        </p:nvCxnSpPr>
        <p:spPr>
          <a:xfrm>
            <a:off x="6915643" y="3800643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FC7F06F-5B3B-88B4-707D-DDECDD74191B}"/>
              </a:ext>
            </a:extLst>
          </p:cNvPr>
          <p:cNvCxnSpPr>
            <a:cxnSpLocks/>
          </p:cNvCxnSpPr>
          <p:nvPr/>
        </p:nvCxnSpPr>
        <p:spPr>
          <a:xfrm>
            <a:off x="8235891" y="3800643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478FEF6-3C67-B1AA-8D66-F8718CDCAAC0}"/>
              </a:ext>
            </a:extLst>
          </p:cNvPr>
          <p:cNvCxnSpPr>
            <a:cxnSpLocks/>
          </p:cNvCxnSpPr>
          <p:nvPr/>
        </p:nvCxnSpPr>
        <p:spPr>
          <a:xfrm>
            <a:off x="381186" y="2906977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7892EEE-8ACF-D1C5-228C-01718212E93C}"/>
              </a:ext>
            </a:extLst>
          </p:cNvPr>
          <p:cNvCxnSpPr>
            <a:cxnSpLocks/>
          </p:cNvCxnSpPr>
          <p:nvPr/>
        </p:nvCxnSpPr>
        <p:spPr>
          <a:xfrm>
            <a:off x="2989866" y="2836103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61B2BF9-6DE0-05EA-CEA0-12E6A12D06D4}"/>
              </a:ext>
            </a:extLst>
          </p:cNvPr>
          <p:cNvCxnSpPr>
            <a:cxnSpLocks/>
          </p:cNvCxnSpPr>
          <p:nvPr/>
        </p:nvCxnSpPr>
        <p:spPr>
          <a:xfrm>
            <a:off x="5636363" y="2830009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D0A5135-ECD0-E1E3-236C-D4C3222D4585}"/>
              </a:ext>
            </a:extLst>
          </p:cNvPr>
          <p:cNvCxnSpPr>
            <a:cxnSpLocks/>
          </p:cNvCxnSpPr>
          <p:nvPr/>
        </p:nvCxnSpPr>
        <p:spPr>
          <a:xfrm>
            <a:off x="4295462" y="3049465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49BBE7D-846B-6AD9-C5DC-14D6F188236D}"/>
              </a:ext>
            </a:extLst>
          </p:cNvPr>
          <p:cNvCxnSpPr>
            <a:cxnSpLocks/>
          </p:cNvCxnSpPr>
          <p:nvPr/>
        </p:nvCxnSpPr>
        <p:spPr>
          <a:xfrm>
            <a:off x="6929250" y="2830009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9AFA514-6781-98A5-FA4B-959EB685B660}"/>
              </a:ext>
            </a:extLst>
          </p:cNvPr>
          <p:cNvCxnSpPr>
            <a:cxnSpLocks/>
          </p:cNvCxnSpPr>
          <p:nvPr/>
        </p:nvCxnSpPr>
        <p:spPr>
          <a:xfrm>
            <a:off x="8249497" y="2665417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CA8ADC26-FAD5-3E06-A915-343DE00EFB44}"/>
              </a:ext>
            </a:extLst>
          </p:cNvPr>
          <p:cNvSpPr/>
          <p:nvPr/>
        </p:nvSpPr>
        <p:spPr>
          <a:xfrm>
            <a:off x="483316" y="4994647"/>
            <a:ext cx="734735" cy="509853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/>
              <a:t>10 min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54AC769D-A722-A9C1-990A-70FE95761096}"/>
              </a:ext>
            </a:extLst>
          </p:cNvPr>
          <p:cNvSpPr/>
          <p:nvPr/>
        </p:nvSpPr>
        <p:spPr>
          <a:xfrm>
            <a:off x="3085192" y="5003700"/>
            <a:ext cx="734735" cy="509853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/>
              <a:t>10 min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E5D8CD5-E780-D89F-731A-3FDE9465061F}"/>
              </a:ext>
            </a:extLst>
          </p:cNvPr>
          <p:cNvSpPr/>
          <p:nvPr/>
        </p:nvSpPr>
        <p:spPr>
          <a:xfrm>
            <a:off x="4399860" y="4994647"/>
            <a:ext cx="734735" cy="509853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/>
              <a:t>10 min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5C988C8-AB7D-1A2A-CCEB-377B07733E61}"/>
              </a:ext>
            </a:extLst>
          </p:cNvPr>
          <p:cNvSpPr/>
          <p:nvPr/>
        </p:nvSpPr>
        <p:spPr>
          <a:xfrm>
            <a:off x="5722608" y="4994647"/>
            <a:ext cx="734735" cy="509853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/>
              <a:t>10 min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C170717-DBFA-78FF-53C1-DED41DD99C21}"/>
              </a:ext>
            </a:extLst>
          </p:cNvPr>
          <p:cNvSpPr/>
          <p:nvPr/>
        </p:nvSpPr>
        <p:spPr>
          <a:xfrm>
            <a:off x="7058582" y="4994647"/>
            <a:ext cx="734735" cy="509853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/>
              <a:t>10 min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174B762-5A00-864D-0203-C2F172E9C47A}"/>
              </a:ext>
            </a:extLst>
          </p:cNvPr>
          <p:cNvSpPr/>
          <p:nvPr/>
        </p:nvSpPr>
        <p:spPr>
          <a:xfrm>
            <a:off x="8358353" y="5003700"/>
            <a:ext cx="734735" cy="509853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/>
              <a:t>15 min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BE977BC9-6ABB-9372-0F4E-40122BE92A33}"/>
              </a:ext>
            </a:extLst>
          </p:cNvPr>
          <p:cNvSpPr/>
          <p:nvPr/>
        </p:nvSpPr>
        <p:spPr>
          <a:xfrm>
            <a:off x="603939" y="1507900"/>
            <a:ext cx="457200" cy="27432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66DC393B-9932-A83F-7A9A-B2A57532A342}"/>
              </a:ext>
            </a:extLst>
          </p:cNvPr>
          <p:cNvSpPr/>
          <p:nvPr/>
        </p:nvSpPr>
        <p:spPr>
          <a:xfrm>
            <a:off x="3222253" y="1507900"/>
            <a:ext cx="457200" cy="27432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CB0EC7F2-AECA-C98A-E83A-DB4F676FB996}"/>
              </a:ext>
            </a:extLst>
          </p:cNvPr>
          <p:cNvSpPr/>
          <p:nvPr/>
        </p:nvSpPr>
        <p:spPr>
          <a:xfrm>
            <a:off x="4531410" y="1507900"/>
            <a:ext cx="457200" cy="27432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7DE42B78-8AC1-B60B-B677-D8A5200D1B8D}"/>
              </a:ext>
            </a:extLst>
          </p:cNvPr>
          <p:cNvSpPr/>
          <p:nvPr/>
        </p:nvSpPr>
        <p:spPr>
          <a:xfrm>
            <a:off x="5840567" y="1507900"/>
            <a:ext cx="457200" cy="27432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6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D50FFA57-5C88-AC79-B695-84294298501A}"/>
              </a:ext>
            </a:extLst>
          </p:cNvPr>
          <p:cNvSpPr/>
          <p:nvPr/>
        </p:nvSpPr>
        <p:spPr>
          <a:xfrm>
            <a:off x="7149724" y="1507900"/>
            <a:ext cx="457200" cy="27432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7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869CEDA-5155-8237-0D64-5CEAEED66E29}"/>
              </a:ext>
            </a:extLst>
          </p:cNvPr>
          <p:cNvSpPr/>
          <p:nvPr/>
        </p:nvSpPr>
        <p:spPr>
          <a:xfrm>
            <a:off x="8458881" y="1507900"/>
            <a:ext cx="457200" cy="27432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BCD1D5-C4F7-E897-363F-3F3994A15F3E}"/>
              </a:ext>
            </a:extLst>
          </p:cNvPr>
          <p:cNvSpPr txBox="1"/>
          <p:nvPr/>
        </p:nvSpPr>
        <p:spPr>
          <a:xfrm>
            <a:off x="313669" y="2923344"/>
            <a:ext cx="10699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</a:t>
            </a: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</a:p>
          <a:p>
            <a:pPr algn="ctr"/>
            <a:endParaRPr lang="en-US" sz="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4CE68149-41A9-3578-534E-391C77BAA1C4}"/>
              </a:ext>
            </a:extLst>
          </p:cNvPr>
          <p:cNvSpPr/>
          <p:nvPr/>
        </p:nvSpPr>
        <p:spPr>
          <a:xfrm rot="8771969">
            <a:off x="2471401" y="1603885"/>
            <a:ext cx="312943" cy="399076"/>
          </a:xfrm>
          <a:prstGeom prst="rtTriangle">
            <a:avLst/>
          </a:prstGeom>
          <a:solidFill>
            <a:srgbClr val="7799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lowchart: Off-page Connector 24">
            <a:extLst>
              <a:ext uri="{FF2B5EF4-FFF2-40B4-BE49-F238E27FC236}">
                <a16:creationId xmlns:a16="http://schemas.microsoft.com/office/drawing/2014/main" id="{F9925D30-1C18-9DF4-383B-2C6B8F672499}"/>
              </a:ext>
            </a:extLst>
          </p:cNvPr>
          <p:cNvSpPr/>
          <p:nvPr/>
        </p:nvSpPr>
        <p:spPr>
          <a:xfrm>
            <a:off x="1587674" y="1470989"/>
            <a:ext cx="1096563" cy="3112358"/>
          </a:xfrm>
          <a:prstGeom prst="flowChartOffpageConnector">
            <a:avLst/>
          </a:prstGeom>
          <a:solidFill>
            <a:srgbClr val="7799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4507BE0-F096-495B-174D-3B11A2549794}"/>
              </a:ext>
            </a:extLst>
          </p:cNvPr>
          <p:cNvSpPr txBox="1"/>
          <p:nvPr/>
        </p:nvSpPr>
        <p:spPr>
          <a:xfrm>
            <a:off x="1601251" y="1836610"/>
            <a:ext cx="1064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People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EE4392C-0D7A-D9DB-B3FA-689A0691A50B}"/>
              </a:ext>
            </a:extLst>
          </p:cNvPr>
          <p:cNvCxnSpPr>
            <a:cxnSpLocks/>
          </p:cNvCxnSpPr>
          <p:nvPr/>
        </p:nvCxnSpPr>
        <p:spPr>
          <a:xfrm>
            <a:off x="1677302" y="2322027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F5E2AC2C-C8E2-53F4-29CE-EBF588954B4A}"/>
              </a:ext>
            </a:extLst>
          </p:cNvPr>
          <p:cNvSpPr txBox="1"/>
          <p:nvPr/>
        </p:nvSpPr>
        <p:spPr>
          <a:xfrm>
            <a:off x="1597153" y="2322027"/>
            <a:ext cx="1064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BC4EADD-0254-5B79-5892-99EAFAA48261}"/>
              </a:ext>
            </a:extLst>
          </p:cNvPr>
          <p:cNvCxnSpPr>
            <a:cxnSpLocks/>
          </p:cNvCxnSpPr>
          <p:nvPr/>
        </p:nvCxnSpPr>
        <p:spPr>
          <a:xfrm>
            <a:off x="1659161" y="3800643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BB6BA4A-F819-E818-DDFA-6B0C3DF24E65}"/>
              </a:ext>
            </a:extLst>
          </p:cNvPr>
          <p:cNvCxnSpPr>
            <a:cxnSpLocks/>
          </p:cNvCxnSpPr>
          <p:nvPr/>
        </p:nvCxnSpPr>
        <p:spPr>
          <a:xfrm>
            <a:off x="1672767" y="2830009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9F02D2F4-8068-5CE4-6E13-327BBFC6F584}"/>
              </a:ext>
            </a:extLst>
          </p:cNvPr>
          <p:cNvSpPr/>
          <p:nvPr/>
        </p:nvSpPr>
        <p:spPr>
          <a:xfrm>
            <a:off x="1774897" y="5012761"/>
            <a:ext cx="734735" cy="509853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/>
              <a:t>10 min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C8E8A40E-A5BE-CC62-53D4-02379891ACD6}"/>
              </a:ext>
            </a:extLst>
          </p:cNvPr>
          <p:cNvSpPr/>
          <p:nvPr/>
        </p:nvSpPr>
        <p:spPr>
          <a:xfrm>
            <a:off x="1913096" y="1507900"/>
            <a:ext cx="457200" cy="27432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BC191F0-9A41-5BB0-54D5-8AA588650DDD}"/>
              </a:ext>
            </a:extLst>
          </p:cNvPr>
          <p:cNvSpPr txBox="1"/>
          <p:nvPr/>
        </p:nvSpPr>
        <p:spPr>
          <a:xfrm>
            <a:off x="1594834" y="2857944"/>
            <a:ext cx="1064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998A2AE2-29B3-767A-E147-34C1DDA54148}"/>
              </a:ext>
            </a:extLst>
          </p:cNvPr>
          <p:cNvSpPr/>
          <p:nvPr/>
        </p:nvSpPr>
        <p:spPr>
          <a:xfrm>
            <a:off x="9658947" y="5020296"/>
            <a:ext cx="734735" cy="509853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/>
              <a:t>10 min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6A38C150-7289-8C9A-FD6B-5B9ABED3240D}"/>
              </a:ext>
            </a:extLst>
          </p:cNvPr>
          <p:cNvCxnSpPr>
            <a:cxnSpLocks/>
          </p:cNvCxnSpPr>
          <p:nvPr/>
        </p:nvCxnSpPr>
        <p:spPr>
          <a:xfrm>
            <a:off x="9554626" y="2322027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1F1B06E-FE51-2712-96F7-D2129C201067}"/>
              </a:ext>
            </a:extLst>
          </p:cNvPr>
          <p:cNvCxnSpPr>
            <a:cxnSpLocks/>
          </p:cNvCxnSpPr>
          <p:nvPr/>
        </p:nvCxnSpPr>
        <p:spPr>
          <a:xfrm>
            <a:off x="9536485" y="3800643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30ED9582-164A-8AB9-5035-3FE9E5A42909}"/>
              </a:ext>
            </a:extLst>
          </p:cNvPr>
          <p:cNvCxnSpPr>
            <a:cxnSpLocks/>
          </p:cNvCxnSpPr>
          <p:nvPr/>
        </p:nvCxnSpPr>
        <p:spPr>
          <a:xfrm>
            <a:off x="9550091" y="2830009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8976371F-FC77-061A-7DCD-6A936E4719E5}"/>
              </a:ext>
            </a:extLst>
          </p:cNvPr>
          <p:cNvSpPr txBox="1"/>
          <p:nvPr/>
        </p:nvSpPr>
        <p:spPr>
          <a:xfrm>
            <a:off x="2918011" y="1836610"/>
            <a:ext cx="1064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Finance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8B511872-4AA3-4A47-2083-2A7EC741D010}"/>
              </a:ext>
            </a:extLst>
          </p:cNvPr>
          <p:cNvSpPr/>
          <p:nvPr/>
        </p:nvSpPr>
        <p:spPr>
          <a:xfrm>
            <a:off x="9768038" y="1507900"/>
            <a:ext cx="457200" cy="27432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F7BD84A-02F4-37A6-85C7-EF18AE876A06}"/>
              </a:ext>
            </a:extLst>
          </p:cNvPr>
          <p:cNvSpPr txBox="1"/>
          <p:nvPr/>
        </p:nvSpPr>
        <p:spPr>
          <a:xfrm>
            <a:off x="2911595" y="2322027"/>
            <a:ext cx="10895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4750447-A9C4-02EA-BD33-F155842A2920}"/>
              </a:ext>
            </a:extLst>
          </p:cNvPr>
          <p:cNvSpPr txBox="1"/>
          <p:nvPr/>
        </p:nvSpPr>
        <p:spPr>
          <a:xfrm>
            <a:off x="2911594" y="2857944"/>
            <a:ext cx="11193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endParaRPr lang="en-US" sz="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35ED480-1F15-A10B-0EA8-3E95526159D4}"/>
              </a:ext>
            </a:extLst>
          </p:cNvPr>
          <p:cNvCxnSpPr>
            <a:cxnSpLocks/>
          </p:cNvCxnSpPr>
          <p:nvPr/>
        </p:nvCxnSpPr>
        <p:spPr>
          <a:xfrm>
            <a:off x="379839" y="3509959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E4176144-D61E-61C6-10CF-D0FD7DB894EF}"/>
              </a:ext>
            </a:extLst>
          </p:cNvPr>
          <p:cNvCxnSpPr>
            <a:cxnSpLocks/>
          </p:cNvCxnSpPr>
          <p:nvPr/>
        </p:nvCxnSpPr>
        <p:spPr>
          <a:xfrm>
            <a:off x="1673699" y="3309837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146DF195-E521-1D67-B6AC-A658D3ADCCDA}"/>
              </a:ext>
            </a:extLst>
          </p:cNvPr>
          <p:cNvSpPr txBox="1"/>
          <p:nvPr/>
        </p:nvSpPr>
        <p:spPr>
          <a:xfrm>
            <a:off x="1606182" y="3336266"/>
            <a:ext cx="1064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C98D05D-AC45-6E2B-0489-DEB4700985AC}"/>
              </a:ext>
            </a:extLst>
          </p:cNvPr>
          <p:cNvSpPr txBox="1"/>
          <p:nvPr/>
        </p:nvSpPr>
        <p:spPr>
          <a:xfrm>
            <a:off x="5541509" y="2865492"/>
            <a:ext cx="10640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pPr algn="ctr"/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D0721B8E-5F6F-6DD4-B29F-646735A695B7}"/>
              </a:ext>
            </a:extLst>
          </p:cNvPr>
          <p:cNvCxnSpPr>
            <a:cxnSpLocks/>
          </p:cNvCxnSpPr>
          <p:nvPr/>
        </p:nvCxnSpPr>
        <p:spPr>
          <a:xfrm>
            <a:off x="4316677" y="3410421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DB79AE78-C9F6-1DD5-7314-5FBEED4134DA}"/>
              </a:ext>
            </a:extLst>
          </p:cNvPr>
          <p:cNvCxnSpPr>
            <a:cxnSpLocks/>
          </p:cNvCxnSpPr>
          <p:nvPr/>
        </p:nvCxnSpPr>
        <p:spPr>
          <a:xfrm>
            <a:off x="5634791" y="3309837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DE570D0F-02FD-69CF-9420-A3B6EF892C62}"/>
              </a:ext>
            </a:extLst>
          </p:cNvPr>
          <p:cNvCxnSpPr>
            <a:cxnSpLocks/>
          </p:cNvCxnSpPr>
          <p:nvPr/>
        </p:nvCxnSpPr>
        <p:spPr>
          <a:xfrm>
            <a:off x="6969095" y="3309837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13C79D18-29DE-9566-92EB-7FD320649D15}"/>
              </a:ext>
            </a:extLst>
          </p:cNvPr>
          <p:cNvCxnSpPr>
            <a:cxnSpLocks/>
          </p:cNvCxnSpPr>
          <p:nvPr/>
        </p:nvCxnSpPr>
        <p:spPr>
          <a:xfrm>
            <a:off x="8271047" y="3422349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5FF5562B-F7DF-B84C-F37E-881FE84F1857}"/>
              </a:ext>
            </a:extLst>
          </p:cNvPr>
          <p:cNvCxnSpPr>
            <a:cxnSpLocks/>
          </p:cNvCxnSpPr>
          <p:nvPr/>
        </p:nvCxnSpPr>
        <p:spPr>
          <a:xfrm>
            <a:off x="2974296" y="3309837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1EFDDA57-D9E3-85DC-206F-C08EC9182297}"/>
              </a:ext>
            </a:extLst>
          </p:cNvPr>
          <p:cNvSpPr txBox="1"/>
          <p:nvPr/>
        </p:nvSpPr>
        <p:spPr>
          <a:xfrm>
            <a:off x="2906778" y="3336266"/>
            <a:ext cx="1064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sp>
        <p:nvSpPr>
          <p:cNvPr id="112" name="Flowchart: Off-page Connector 111">
            <a:extLst>
              <a:ext uri="{FF2B5EF4-FFF2-40B4-BE49-F238E27FC236}">
                <a16:creationId xmlns:a16="http://schemas.microsoft.com/office/drawing/2014/main" id="{0AF8ACA7-9216-F6A1-54DE-35DA79B9487A}"/>
              </a:ext>
            </a:extLst>
          </p:cNvPr>
          <p:cNvSpPr/>
          <p:nvPr/>
        </p:nvSpPr>
        <p:spPr>
          <a:xfrm>
            <a:off x="10794261" y="1469483"/>
            <a:ext cx="1096563" cy="3112358"/>
          </a:xfrm>
          <a:prstGeom prst="flowChartOffpageConnector">
            <a:avLst/>
          </a:prstGeom>
          <a:solidFill>
            <a:srgbClr val="7799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2D3B6CF6-4412-CD0A-55AA-ADB9B7815C41}"/>
              </a:ext>
            </a:extLst>
          </p:cNvPr>
          <p:cNvSpPr txBox="1"/>
          <p:nvPr/>
        </p:nvSpPr>
        <p:spPr>
          <a:xfrm>
            <a:off x="10788720" y="1836610"/>
            <a:ext cx="1064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Closing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D23DCF2-E45C-0462-F78C-A1689ABFB3C1}"/>
              </a:ext>
            </a:extLst>
          </p:cNvPr>
          <p:cNvCxnSpPr>
            <a:cxnSpLocks/>
          </p:cNvCxnSpPr>
          <p:nvPr/>
        </p:nvCxnSpPr>
        <p:spPr>
          <a:xfrm>
            <a:off x="10883966" y="2322027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037AC208-7017-041D-739E-BFC2FBA05D23}"/>
              </a:ext>
            </a:extLst>
          </p:cNvPr>
          <p:cNvSpPr txBox="1"/>
          <p:nvPr/>
        </p:nvSpPr>
        <p:spPr>
          <a:xfrm>
            <a:off x="10811658" y="2322027"/>
            <a:ext cx="1064006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0AA0F138-00ED-084C-81D3-3AE37B6369A9}"/>
              </a:ext>
            </a:extLst>
          </p:cNvPr>
          <p:cNvCxnSpPr>
            <a:cxnSpLocks/>
          </p:cNvCxnSpPr>
          <p:nvPr/>
        </p:nvCxnSpPr>
        <p:spPr>
          <a:xfrm>
            <a:off x="10865825" y="3800643"/>
            <a:ext cx="938828" cy="0"/>
          </a:xfrm>
          <a:prstGeom prst="line">
            <a:avLst/>
          </a:prstGeom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6686EFDE-63CF-1DBB-46EC-4701D6D33987}"/>
              </a:ext>
            </a:extLst>
          </p:cNvPr>
          <p:cNvCxnSpPr>
            <a:cxnSpLocks/>
          </p:cNvCxnSpPr>
          <p:nvPr/>
        </p:nvCxnSpPr>
        <p:spPr>
          <a:xfrm>
            <a:off x="10879431" y="2830009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Oval 117">
            <a:extLst>
              <a:ext uri="{FF2B5EF4-FFF2-40B4-BE49-F238E27FC236}">
                <a16:creationId xmlns:a16="http://schemas.microsoft.com/office/drawing/2014/main" id="{24284BA4-537A-C2F2-FCB9-CDCA50EE6044}"/>
              </a:ext>
            </a:extLst>
          </p:cNvPr>
          <p:cNvSpPr/>
          <p:nvPr/>
        </p:nvSpPr>
        <p:spPr>
          <a:xfrm>
            <a:off x="10952075" y="5018790"/>
            <a:ext cx="734735" cy="509853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/>
              <a:t>3 min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D9FFEDAD-65A4-2D0F-C3D2-E39399FF93EA}"/>
              </a:ext>
            </a:extLst>
          </p:cNvPr>
          <p:cNvSpPr/>
          <p:nvPr/>
        </p:nvSpPr>
        <p:spPr>
          <a:xfrm>
            <a:off x="11095304" y="1507900"/>
            <a:ext cx="457200" cy="27432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10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B90FB75-DD0E-7025-6E3F-C1AC12FA2989}"/>
              </a:ext>
            </a:extLst>
          </p:cNvPr>
          <p:cNvSpPr txBox="1"/>
          <p:nvPr/>
        </p:nvSpPr>
        <p:spPr>
          <a:xfrm>
            <a:off x="4247366" y="1836610"/>
            <a:ext cx="1064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Customer Experience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FD7CFB2-F0A0-BCE6-E5D1-2AD46569D5C1}"/>
              </a:ext>
            </a:extLst>
          </p:cNvPr>
          <p:cNvSpPr txBox="1"/>
          <p:nvPr/>
        </p:nvSpPr>
        <p:spPr>
          <a:xfrm>
            <a:off x="4240777" y="3072170"/>
            <a:ext cx="10640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71B9D62-5587-657C-949D-2C508F279D5C}"/>
              </a:ext>
            </a:extLst>
          </p:cNvPr>
          <p:cNvSpPr txBox="1"/>
          <p:nvPr/>
        </p:nvSpPr>
        <p:spPr>
          <a:xfrm>
            <a:off x="4238830" y="3435488"/>
            <a:ext cx="10640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3320C793-67EE-114C-CDB4-001B9FF45407}"/>
              </a:ext>
            </a:extLst>
          </p:cNvPr>
          <p:cNvCxnSpPr>
            <a:cxnSpLocks/>
          </p:cNvCxnSpPr>
          <p:nvPr/>
        </p:nvCxnSpPr>
        <p:spPr>
          <a:xfrm>
            <a:off x="9550091" y="3309837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2708DF22-7A55-D0EA-2403-91F1DF8AC362}"/>
              </a:ext>
            </a:extLst>
          </p:cNvPr>
          <p:cNvSpPr txBox="1"/>
          <p:nvPr/>
        </p:nvSpPr>
        <p:spPr>
          <a:xfrm>
            <a:off x="6889462" y="2854627"/>
            <a:ext cx="10640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pPr algn="ctr"/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D68DA62B-7A49-D2C0-A755-E1108E2CFF41}"/>
              </a:ext>
            </a:extLst>
          </p:cNvPr>
          <p:cNvSpPr txBox="1"/>
          <p:nvPr/>
        </p:nvSpPr>
        <p:spPr>
          <a:xfrm>
            <a:off x="8167017" y="2698235"/>
            <a:ext cx="11056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endParaRPr lang="en-US" sz="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endParaRPr lang="en-US" sz="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35B2FF3-F35D-9D89-AFEC-CCBD3A569660}"/>
              </a:ext>
            </a:extLst>
          </p:cNvPr>
          <p:cNvSpPr txBox="1"/>
          <p:nvPr/>
        </p:nvSpPr>
        <p:spPr>
          <a:xfrm>
            <a:off x="9491540" y="2850243"/>
            <a:ext cx="10640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95956284-9A84-D70E-313A-7DB45D9FDBD1}"/>
              </a:ext>
            </a:extLst>
          </p:cNvPr>
          <p:cNvCxnSpPr>
            <a:cxnSpLocks/>
          </p:cNvCxnSpPr>
          <p:nvPr/>
        </p:nvCxnSpPr>
        <p:spPr>
          <a:xfrm>
            <a:off x="10874878" y="3309837"/>
            <a:ext cx="93882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B881405C-CF99-8E4E-B6B8-75A1A3FAFC7D}"/>
              </a:ext>
            </a:extLst>
          </p:cNvPr>
          <p:cNvSpPr txBox="1"/>
          <p:nvPr/>
        </p:nvSpPr>
        <p:spPr>
          <a:xfrm>
            <a:off x="8189013" y="3460508"/>
            <a:ext cx="10640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2BD7AA-3352-4C6E-EBED-520D9D073B20}"/>
              </a:ext>
            </a:extLst>
          </p:cNvPr>
          <p:cNvSpPr txBox="1"/>
          <p:nvPr/>
        </p:nvSpPr>
        <p:spPr>
          <a:xfrm>
            <a:off x="313669" y="3533252"/>
            <a:ext cx="1069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endParaRPr lang="en-US" sz="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endParaRPr lang="en-US" sz="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endParaRPr lang="en-US" sz="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680A85-662F-A2E2-D8AE-DF37BA645383}"/>
              </a:ext>
            </a:extLst>
          </p:cNvPr>
          <p:cNvSpPr txBox="1"/>
          <p:nvPr/>
        </p:nvSpPr>
        <p:spPr>
          <a:xfrm>
            <a:off x="4222927" y="2328296"/>
            <a:ext cx="1079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F3FB09-1676-E7B2-FA19-52998ADEE94E}"/>
              </a:ext>
            </a:extLst>
          </p:cNvPr>
          <p:cNvSpPr txBox="1"/>
          <p:nvPr/>
        </p:nvSpPr>
        <p:spPr>
          <a:xfrm>
            <a:off x="9476641" y="2336007"/>
            <a:ext cx="10965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  <a:p>
            <a:pPr algn="ctr"/>
            <a:r>
              <a:rPr lang="en-US" sz="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680995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E95F9-DB81-C20A-91D3-2A8F66E60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ight Triangle 24">
            <a:extLst>
              <a:ext uri="{FF2B5EF4-FFF2-40B4-BE49-F238E27FC236}">
                <a16:creationId xmlns:a16="http://schemas.microsoft.com/office/drawing/2014/main" id="{7E72077D-DF6B-8067-9EF8-BDD698298DC0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101FDE-1205-60B9-B2D0-1B1103586404}"/>
              </a:ext>
            </a:extLst>
          </p:cNvPr>
          <p:cNvSpPr txBox="1"/>
          <p:nvPr/>
        </p:nvSpPr>
        <p:spPr>
          <a:xfrm>
            <a:off x="167148" y="39333"/>
            <a:ext cx="2743200" cy="548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 Scorecard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97E3FC-2D77-32E3-364B-C84B2383124A}"/>
              </a:ext>
            </a:extLst>
          </p:cNvPr>
          <p:cNvCxnSpPr/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6615045-E788-7870-592C-AE9677325045}"/>
              </a:ext>
            </a:extLst>
          </p:cNvPr>
          <p:cNvSpPr txBox="1"/>
          <p:nvPr/>
        </p:nvSpPr>
        <p:spPr>
          <a:xfrm>
            <a:off x="8607287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Blake Green</a:t>
            </a:r>
          </a:p>
        </p:txBody>
      </p:sp>
      <p:sp>
        <p:nvSpPr>
          <p:cNvPr id="24" name="Flowchart: Off-page Connector 23">
            <a:extLst>
              <a:ext uri="{FF2B5EF4-FFF2-40B4-BE49-F238E27FC236}">
                <a16:creationId xmlns:a16="http://schemas.microsoft.com/office/drawing/2014/main" id="{394CB075-AAAA-FB75-EA4E-5BD25ACD8D81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Monthly Performance System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14628" y="997580"/>
          <a:ext cx="11534806" cy="486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669"/>
                <a:gridCol w="539009"/>
                <a:gridCol w="1868566"/>
                <a:gridCol w="682745"/>
                <a:gridCol w="359339"/>
                <a:gridCol w="359339"/>
                <a:gridCol w="359339"/>
                <a:gridCol w="359339"/>
                <a:gridCol w="359339"/>
                <a:gridCol w="359339"/>
                <a:gridCol w="359339"/>
                <a:gridCol w="359339"/>
                <a:gridCol w="359339"/>
                <a:gridCol w="359339"/>
                <a:gridCol w="359339"/>
                <a:gridCol w="359339"/>
                <a:gridCol w="359339"/>
                <a:gridCol w="359339"/>
                <a:gridCol w="359339"/>
                <a:gridCol w="359339"/>
                <a:gridCol w="359339"/>
                <a:gridCol w="359339"/>
                <a:gridCol w="359339"/>
                <a:gridCol w="359339"/>
                <a:gridCol w="359339"/>
                <a:gridCol w="359339"/>
                <a:gridCol w="359359"/>
              </a:tblGrid>
              <a:tr h="90052">
                <a:tc gridSpan="27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Safety &amp; Security (25.0%)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JAN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FEB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MAR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APR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MAY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JUN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JUL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AUG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SEP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OCT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NOV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DEC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YTD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YE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 hMerge="1"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991933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991933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991933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991933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991933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991933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991933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991933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991933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991933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991933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991933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991933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991933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991933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MANAGER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KPI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CATEGORY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WEIGHT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KPI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SCALE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TOTAL 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2.73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GIR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Global Injury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GIR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GIR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ACTUAL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Actual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GIR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Percent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GIR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2.74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EAC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EA Compliance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EAC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EAC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ACTUAL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Actual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EAC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Percent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-0.17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-0.17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-0.22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-0.04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-0.04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EAC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2.78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ASAP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ASAP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ASAP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16.65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36.63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ASAP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ACTUAL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Actual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ASAP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Percent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2.40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5.41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5.41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2.16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ASAP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991933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</a:tr>
              <a:tr h="90052">
                <a:tc gridSpan="27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Customer Experience (25.0%)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JAN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FEB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MAR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APR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MAY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JUN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JUL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AUG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SEP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OCT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NOV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DEC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YTD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YE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 hMerge="1"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003366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003366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003366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003366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003366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003366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003366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003366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003366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003366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003366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003366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003366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003366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MANAGER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KPI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CATEGORY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WEIGHT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KPI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SCALE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TOTAL 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ISR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In-Service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ISR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ISR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ACTUAL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Actual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ISR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Percent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ISR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VOS (S)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VOS (Stationary)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VOS (S)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VOS (S)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ACTUAL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Actual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VOS (S)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Points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-1.23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-0.74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-0.91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-0.90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-0.80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-0.95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-0.95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VOS (S)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PMI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PMI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PMI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-10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PMI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ACTUAL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-15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Actual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PMI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-20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Points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2.22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2.48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2.21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2.11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PMI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-21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</a:tr>
              <a:tr h="90052">
                <a:tc gridSpan="27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000000"/>
                          </a:solidFill>
                        </a:rPr>
                        <a:t>Operations (20.0%)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000000"/>
                          </a:solidFill>
                        </a:rPr>
                        <a:t>JAN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000000"/>
                          </a:solidFill>
                        </a:rPr>
                        <a:t>FEB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000000"/>
                          </a:solidFill>
                        </a:rPr>
                        <a:t>MAR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000000"/>
                          </a:solidFill>
                        </a:rPr>
                        <a:t>APR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000000"/>
                          </a:solidFill>
                        </a:rPr>
                        <a:t>MAY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000000"/>
                          </a:solidFill>
                        </a:rPr>
                        <a:t>JUN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000000"/>
                          </a:solidFill>
                        </a:rPr>
                        <a:t>JUL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000000"/>
                          </a:solidFill>
                        </a:rPr>
                        <a:t>AUG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000000"/>
                          </a:solidFill>
                        </a:rPr>
                        <a:t>SEP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000000"/>
                          </a:solidFill>
                        </a:rPr>
                        <a:t>OCT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000000"/>
                          </a:solidFill>
                        </a:rPr>
                        <a:t>NOV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000000"/>
                          </a:solidFill>
                        </a:rPr>
                        <a:t>DEC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000000"/>
                          </a:solidFill>
                        </a:rPr>
                        <a:t>YTD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000000"/>
                          </a:solidFill>
                        </a:rPr>
                        <a:t>YE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 hMerge="1"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6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EAAA00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EAAA00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EAAA00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EAAA00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EAAA00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EAAA00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EAAA00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EAAA00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EAAA00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EAAA00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EAAA00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EAAA00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EAAA00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EAAA00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EAAA00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MANAGER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000000"/>
                          </a:solidFill>
                        </a:rPr>
                        <a:t>KPI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REGION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CATEGORY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WEIGHT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KPI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SCALE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TOTAL 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000000"/>
                          </a:solidFill>
                        </a:rPr>
                        <a:t>Critical Jam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Critical Jam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000000"/>
                          </a:solidFill>
                        </a:rPr>
                        <a:t>Critical Jam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11.18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10.20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10.23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8.91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9.45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10.07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9.95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10.37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9.76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9.82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10.53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9.98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10.21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000000"/>
                          </a:solidFill>
                        </a:rPr>
                        <a:t>Critical Jam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ACTUAL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Actual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12.13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11.49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11.49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10.17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9.77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10.79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10.79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000000"/>
                          </a:solidFill>
                        </a:rPr>
                        <a:t>Critical Jam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Percent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000000"/>
                          </a:solidFill>
                        </a:rPr>
                        <a:t>Critical Jam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2.48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2.54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2.16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000000"/>
                          </a:solidFill>
                        </a:rPr>
                        <a:t>Clear Times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Clear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000000"/>
                          </a:solidFill>
                        </a:rPr>
                        <a:t>Clear Times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02:28:00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02:27:00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02:21:00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02:26:00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02:26:00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02:30:00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02:27:00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02:30:00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02:29:00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02:27:00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02:30:00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02:28:00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02:25:00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02:04:00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000000"/>
                          </a:solidFill>
                        </a:rPr>
                        <a:t>Clear Times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ACTUAL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Actual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02:26:00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02:29:00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02:30:00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02:29:00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02:28:00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02:28:00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02:28:00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000000"/>
                          </a:solidFill>
                        </a:rPr>
                        <a:t>Clear Times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Percent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000000"/>
                          </a:solidFill>
                        </a:rPr>
                        <a:t>Clear Times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000000"/>
                          </a:solidFill>
                        </a:rPr>
                        <a:t>MBR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MBR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000000"/>
                          </a:solidFill>
                        </a:rPr>
                        <a:t>MBR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7.90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6.61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6.58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6.62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8.32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8.67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8.04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5.42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5.43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5.23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7.55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7.03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000000"/>
                          </a:solidFill>
                        </a:rPr>
                        <a:t>MBR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ACTUAL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Actual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7.93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5.33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6.34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6.53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6.53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000000"/>
                          </a:solidFill>
                        </a:rPr>
                        <a:t>MBR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Percent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52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000000"/>
                          </a:solidFill>
                        </a:rPr>
                        <a:t>MBR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000000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EAAA00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084"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1635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E367EF6-ED6E-2754-BCF2-A207A324BCF5}"/>
              </a:ext>
            </a:extLst>
          </p:cNvPr>
          <p:cNvSpPr txBox="1"/>
          <p:nvPr/>
        </p:nvSpPr>
        <p:spPr>
          <a:xfrm>
            <a:off x="167148" y="39333"/>
            <a:ext cx="2743200" cy="548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 Scorecard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3458F7-5633-C9C0-9E1E-C4DAF4261E00}"/>
              </a:ext>
            </a:extLst>
          </p:cNvPr>
          <p:cNvCxnSpPr/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14C2B33-4EEF-A19B-3400-BEF19ECB79DE}"/>
              </a:ext>
            </a:extLst>
          </p:cNvPr>
          <p:cNvSpPr txBox="1"/>
          <p:nvPr/>
        </p:nvSpPr>
        <p:spPr>
          <a:xfrm>
            <a:off x="8607287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Blake Green</a:t>
            </a:r>
          </a:p>
        </p:txBody>
      </p:sp>
      <p:sp>
        <p:nvSpPr>
          <p:cNvPr id="24" name="Flowchart: Off-page Connector 23">
            <a:extLst>
              <a:ext uri="{FF2B5EF4-FFF2-40B4-BE49-F238E27FC236}">
                <a16:creationId xmlns:a16="http://schemas.microsoft.com/office/drawing/2014/main" id="{53A7BA8F-B60A-3B7D-028A-0A3827EB5ADE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Monthly Performance System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6907ED7E-05D6-1031-BB19-EDE886EEDD51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14628" y="985705"/>
          <a:ext cx="11562744" cy="38216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105"/>
                <a:gridCol w="540315"/>
                <a:gridCol w="1873092"/>
                <a:gridCol w="684399"/>
                <a:gridCol w="360210"/>
                <a:gridCol w="360210"/>
                <a:gridCol w="360210"/>
                <a:gridCol w="360210"/>
                <a:gridCol w="360210"/>
                <a:gridCol w="360210"/>
                <a:gridCol w="360210"/>
                <a:gridCol w="360210"/>
                <a:gridCol w="360210"/>
                <a:gridCol w="360210"/>
                <a:gridCol w="360210"/>
                <a:gridCol w="360210"/>
                <a:gridCol w="360210"/>
                <a:gridCol w="360210"/>
                <a:gridCol w="360210"/>
                <a:gridCol w="360210"/>
                <a:gridCol w="360210"/>
                <a:gridCol w="360210"/>
                <a:gridCol w="360210"/>
                <a:gridCol w="360210"/>
                <a:gridCol w="360210"/>
                <a:gridCol w="360210"/>
                <a:gridCol w="360213"/>
              </a:tblGrid>
              <a:tr h="97990">
                <a:tc gridSpan="27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Finance (20.0%)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JAN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FEB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MAR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APR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MAY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JUN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JUL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AUG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SEP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OCT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NOV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DEC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YTD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YE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 hMerge="1"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8F993E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8F993E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8F993E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8F993E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8F993E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8F993E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8F993E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8F993E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8F993E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8F993E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8F993E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8F993E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8F993E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8F993E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8F993E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MANAGER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KPI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CATEGORY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WEIGHT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KPI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SCALE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TOTAL 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2.24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Budget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Budget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Budget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11833.65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11427.68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11875.50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11444.98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11800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11631.07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11821.38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11996.03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11704.47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11823.22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11576.19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11842.25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58381.81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128942.76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Budget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ACTUAL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Actual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12460.96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13017.97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10867.97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9868.88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12518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58733.78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58733.78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Budget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Percent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Budget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Overtime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Overtime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Overtime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Overtime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ACTUAL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Actual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Overtime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Percent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Overtime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Total Hours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Total Hours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Total Hours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150366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134219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149188.53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138915.05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140856.30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713544.88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713544.88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Total Hours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ACTUAL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Actual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129665.24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113059.62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126296.35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124052.78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121082.22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614156.21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614156.21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Total Hours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Percent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Total Hours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8F993E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</a:tr>
              <a:tr h="97990">
                <a:tc gridSpan="27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People (10.0%)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JAN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FEB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MAR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APR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MAY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JUN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JUL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AUG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SEP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OCT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NOV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DEC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YTD</a:t>
                      </a:r>
                    </a:p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>YE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 hMerge="1"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7D9BC1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6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7D9BC1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7D9BC1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7D9BC1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7D9BC1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7D9BC1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7D9BC1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7D9BC1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7D9BC1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7D9BC1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7D9BC1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7D9BC1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7D9BC1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7D9BC1"/>
                    </a:solidFill>
                  </a:tcPr>
                </a:tc>
                <a:tc hMerge="1">
                  <a:txBody>
                    <a:bodyPr lIns="36000" rIns="36000" tIns="18000" bIns="18000" wrap="none"/>
                    <a:lstStyle/>
                    <a:p/>
                  </a:txBody>
                  <a:tcPr anchor="ctr">
                    <a:solidFill>
                      <a:srgbClr val="7D9BC1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MANAGER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KPI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CATEGORY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WEIGHT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KPI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SCALE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TOTAL 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Engagement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Leadership_x000B_Engagement</a:t>
                      </a:r>
                      <a:br/>
                      <a: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Engagement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81.90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81.90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81.90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81.90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81.90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81.90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81.90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81.90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81.90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81.90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81.90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81.90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81.90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81.90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Engagement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ACTUAL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Actual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83.24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83.24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Engagement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Percent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Engagement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Psych. Safety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Psychological_x000B_Safety</a:t>
                      </a:r>
                      <a:br/>
                      <a: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Psych. Safety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69.30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69.30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69.30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69.30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69.30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69.30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69.30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69.30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69.30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69.30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69.30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69.30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69.30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69.30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Psych. Safety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ACTUAL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Actual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92.50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78.98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78.98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Psych. Safety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Percent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Psych. Safety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Accountability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Accountability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Accountability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67.80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67.80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67.80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67.80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67.80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67.80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67.80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67.80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67.80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67.80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67.80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67.80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67.80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67.80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Accountability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ACTUAL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Actual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67.05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67.05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Accountability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=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Percent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1.33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Blake Green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b="1" sz="500">
                          <a:solidFill>
                            <a:srgbClr val="FFFFFF"/>
                          </a:solidFill>
                        </a:rPr>
                        <a:t>Accountability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1" sz="5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>
                    <a:solidFill>
                      <a:srgbClr val="7D9BC1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0.60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3.82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b="0" sz="500"/>
                        <a:t>4.89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>OVERALL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>TOTAL 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>3.98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>3.50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>4.18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>4.70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>3.64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>4.61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>4.62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990"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</a:p>
                  </a:txBody>
                  <a:tcPr anchor="ctr"/>
                </a:tc>
              </a:tr>
              <a:tr h="98014"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l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>OPPORTUNITIES: 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>COUNT OF 5's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8000" bIns="18000" wrap="none"/>
                    <a:lstStyle/>
                    <a:p>
                      <a:pPr algn="ctr"/>
                      <a:r>
                        <a:rPr sz="500"/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3307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065B9-8929-E95A-7A03-1E887B8CA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20EC8016-F2D4-BD58-A8C8-58DE9968F583}"/>
              </a:ext>
            </a:extLst>
          </p:cNvPr>
          <p:cNvSpPr txBox="1"/>
          <p:nvPr/>
        </p:nvSpPr>
        <p:spPr>
          <a:xfrm>
            <a:off x="6945086" y="149087"/>
            <a:ext cx="4705566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M. Gordy, R. Shacklett, C. Scott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10CECA84-842F-7AD8-E651-CE7CB90E07F1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Safety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33095D-B9DF-6635-D9A7-77CE1C1AD561}"/>
              </a:ext>
            </a:extLst>
          </p:cNvPr>
          <p:cNvSpPr txBox="1"/>
          <p:nvPr/>
        </p:nvSpPr>
        <p:spPr>
          <a:xfrm>
            <a:off x="167148" y="39333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GIR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8A4F17E-166E-6F75-86A8-3DE2E75DC8CE}"/>
              </a:ext>
            </a:extLst>
          </p:cNvPr>
          <p:cNvCxnSpPr/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8174D89-58C7-40CB-7863-B4875C52762C}"/>
              </a:ext>
            </a:extLst>
          </p:cNvPr>
          <p:cNvSpPr txBox="1"/>
          <p:nvPr/>
        </p:nvSpPr>
        <p:spPr>
          <a:xfrm>
            <a:off x="2390713" y="750406"/>
            <a:ext cx="1097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chemeClr val="bg2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 GIR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38223CD-1793-41B8-4028-8A785893B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872070"/>
              </p:ext>
            </p:extLst>
          </p:nvPr>
        </p:nvGraphicFramePr>
        <p:xfrm>
          <a:off x="423263" y="3645516"/>
          <a:ext cx="11293650" cy="790575"/>
        </p:xfrm>
        <a:graphic>
          <a:graphicData uri="http://schemas.openxmlformats.org/drawingml/2006/table">
            <a:tbl>
              <a:tblPr/>
              <a:tblGrid>
                <a:gridCol w="1254850">
                  <a:extLst>
                    <a:ext uri="{9D8B030D-6E8A-4147-A177-3AD203B41FA5}">
                      <a16:colId xmlns:a16="http://schemas.microsoft.com/office/drawing/2014/main" val="1844882535"/>
                    </a:ext>
                  </a:extLst>
                </a:gridCol>
                <a:gridCol w="1254850">
                  <a:extLst>
                    <a:ext uri="{9D8B030D-6E8A-4147-A177-3AD203B41FA5}">
                      <a16:colId xmlns:a16="http://schemas.microsoft.com/office/drawing/2014/main" val="801046754"/>
                    </a:ext>
                  </a:extLst>
                </a:gridCol>
                <a:gridCol w="1254850">
                  <a:extLst>
                    <a:ext uri="{9D8B030D-6E8A-4147-A177-3AD203B41FA5}">
                      <a16:colId xmlns:a16="http://schemas.microsoft.com/office/drawing/2014/main" val="1233352894"/>
                    </a:ext>
                  </a:extLst>
                </a:gridCol>
                <a:gridCol w="1254850">
                  <a:extLst>
                    <a:ext uri="{9D8B030D-6E8A-4147-A177-3AD203B41FA5}">
                      <a16:colId xmlns:a16="http://schemas.microsoft.com/office/drawing/2014/main" val="2968681897"/>
                    </a:ext>
                  </a:extLst>
                </a:gridCol>
                <a:gridCol w="1254850">
                  <a:extLst>
                    <a:ext uri="{9D8B030D-6E8A-4147-A177-3AD203B41FA5}">
                      <a16:colId xmlns:a16="http://schemas.microsoft.com/office/drawing/2014/main" val="3148047300"/>
                    </a:ext>
                  </a:extLst>
                </a:gridCol>
                <a:gridCol w="1254850">
                  <a:extLst>
                    <a:ext uri="{9D8B030D-6E8A-4147-A177-3AD203B41FA5}">
                      <a16:colId xmlns:a16="http://schemas.microsoft.com/office/drawing/2014/main" val="931479774"/>
                    </a:ext>
                  </a:extLst>
                </a:gridCol>
                <a:gridCol w="1254850">
                  <a:extLst>
                    <a:ext uri="{9D8B030D-6E8A-4147-A177-3AD203B41FA5}">
                      <a16:colId xmlns:a16="http://schemas.microsoft.com/office/drawing/2014/main" val="374752985"/>
                    </a:ext>
                  </a:extLst>
                </a:gridCol>
                <a:gridCol w="1254850">
                  <a:extLst>
                    <a:ext uri="{9D8B030D-6E8A-4147-A177-3AD203B41FA5}">
                      <a16:colId xmlns:a16="http://schemas.microsoft.com/office/drawing/2014/main" val="2261427077"/>
                    </a:ext>
                  </a:extLst>
                </a:gridCol>
                <a:gridCol w="1254850">
                  <a:extLst>
                    <a:ext uri="{9D8B030D-6E8A-4147-A177-3AD203B41FA5}">
                      <a16:colId xmlns:a16="http://schemas.microsoft.com/office/drawing/2014/main" val="1421872164"/>
                    </a:ext>
                  </a:extLst>
                </a:gridCol>
              </a:tblGrid>
              <a:tr h="18097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Metric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Month to Date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Year to Date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Score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403951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Actual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4137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GIR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0.00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Lato" panose="020F0502020204030203" pitchFamily="34" charset="0"/>
                        </a:rPr>
                        <a:t>DNF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1.72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Lato" panose="020F0502020204030203" pitchFamily="34" charset="0"/>
                        </a:rPr>
                        <a:t>DNF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DNF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DNF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593087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56C64EBA-CAFA-2369-9205-46A83722823B}"/>
              </a:ext>
            </a:extLst>
          </p:cNvPr>
          <p:cNvSpPr/>
          <p:nvPr/>
        </p:nvSpPr>
        <p:spPr>
          <a:xfrm>
            <a:off x="2409279" y="4915672"/>
            <a:ext cx="3578087" cy="1645920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6953B8-199C-EEDE-8553-9F24144367E8}"/>
              </a:ext>
            </a:extLst>
          </p:cNvPr>
          <p:cNvSpPr/>
          <p:nvPr/>
        </p:nvSpPr>
        <p:spPr>
          <a:xfrm>
            <a:off x="2400556" y="4623089"/>
            <a:ext cx="3600150" cy="274320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9E5882-129C-F728-369B-C497A19A327A}"/>
              </a:ext>
            </a:extLst>
          </p:cNvPr>
          <p:cNvSpPr/>
          <p:nvPr/>
        </p:nvSpPr>
        <p:spPr>
          <a:xfrm>
            <a:off x="6345093" y="4915672"/>
            <a:ext cx="3578087" cy="1645920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AE6C3E-6078-0F68-0985-5C33241DEE90}"/>
              </a:ext>
            </a:extLst>
          </p:cNvPr>
          <p:cNvSpPr/>
          <p:nvPr/>
        </p:nvSpPr>
        <p:spPr>
          <a:xfrm>
            <a:off x="6336370" y="4623089"/>
            <a:ext cx="3600150" cy="274320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2" name="Triangle 36">
            <a:extLst>
              <a:ext uri="{FF2B5EF4-FFF2-40B4-BE49-F238E27FC236}">
                <a16:creationId xmlns:a16="http://schemas.microsoft.com/office/drawing/2014/main" id="{D9989083-4628-03FF-7021-D486C9535443}"/>
              </a:ext>
            </a:extLst>
          </p:cNvPr>
          <p:cNvSpPr/>
          <p:nvPr/>
        </p:nvSpPr>
        <p:spPr>
          <a:xfrm rot="5400000">
            <a:off x="6072190" y="4680626"/>
            <a:ext cx="201419" cy="122871"/>
          </a:xfrm>
          <a:prstGeom prst="triangle">
            <a:avLst/>
          </a:prstGeom>
          <a:solidFill>
            <a:srgbClr val="C01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46324A-F0E7-1E2D-71F7-A8782A19A4B5}"/>
              </a:ext>
            </a:extLst>
          </p:cNvPr>
          <p:cNvSpPr txBox="1"/>
          <p:nvPr/>
        </p:nvSpPr>
        <p:spPr>
          <a:xfrm>
            <a:off x="3146763" y="4615732"/>
            <a:ext cx="21031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Leading Issues</a:t>
            </a:r>
            <a:endParaRPr lang="en-US" sz="1400" spc="60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112F0-2FF7-F7D2-DBA4-CDA0C807629E}"/>
              </a:ext>
            </a:extLst>
          </p:cNvPr>
          <p:cNvSpPr txBox="1"/>
          <p:nvPr/>
        </p:nvSpPr>
        <p:spPr>
          <a:xfrm>
            <a:off x="7082576" y="4615732"/>
            <a:ext cx="2103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Action Plan</a:t>
            </a:r>
            <a:endParaRPr lang="en-US" sz="1400" spc="60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47A32DC-EA1F-CB77-DAE7-1B45EA7CE2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871167"/>
              </p:ext>
            </p:extLst>
          </p:nvPr>
        </p:nvGraphicFramePr>
        <p:xfrm>
          <a:off x="7840215" y="812130"/>
          <a:ext cx="3876698" cy="1833443"/>
        </p:xfrm>
        <a:graphic>
          <a:graphicData uri="http://schemas.openxmlformats.org/drawingml/2006/table">
            <a:tbl>
              <a:tblPr/>
              <a:tblGrid>
                <a:gridCol w="1022898">
                  <a:extLst>
                    <a:ext uri="{9D8B030D-6E8A-4147-A177-3AD203B41FA5}">
                      <a16:colId xmlns:a16="http://schemas.microsoft.com/office/drawing/2014/main" val="1889559009"/>
                    </a:ext>
                  </a:extLst>
                </a:gridCol>
                <a:gridCol w="713450">
                  <a:extLst>
                    <a:ext uri="{9D8B030D-6E8A-4147-A177-3AD203B41FA5}">
                      <a16:colId xmlns:a16="http://schemas.microsoft.com/office/drawing/2014/main" val="3671383575"/>
                    </a:ext>
                  </a:extLst>
                </a:gridCol>
                <a:gridCol w="713450">
                  <a:extLst>
                    <a:ext uri="{9D8B030D-6E8A-4147-A177-3AD203B41FA5}">
                      <a16:colId xmlns:a16="http://schemas.microsoft.com/office/drawing/2014/main" val="360261052"/>
                    </a:ext>
                  </a:extLst>
                </a:gridCol>
                <a:gridCol w="713450">
                  <a:extLst>
                    <a:ext uri="{9D8B030D-6E8A-4147-A177-3AD203B41FA5}">
                      <a16:colId xmlns:a16="http://schemas.microsoft.com/office/drawing/2014/main" val="4009068635"/>
                    </a:ext>
                  </a:extLst>
                </a:gridCol>
                <a:gridCol w="713450">
                  <a:extLst>
                    <a:ext uri="{9D8B030D-6E8A-4147-A177-3AD203B41FA5}">
                      <a16:colId xmlns:a16="http://schemas.microsoft.com/office/drawing/2014/main" val="2799769129"/>
                    </a:ext>
                  </a:extLst>
                </a:gridCol>
              </a:tblGrid>
              <a:tr h="209955"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Injury Breakdown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233278"/>
                  </a:ext>
                </a:extLst>
              </a:tr>
              <a:tr h="2464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Year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Rec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NonRec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DART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886380"/>
                  </a:ext>
                </a:extLst>
              </a:tr>
              <a:tr h="1967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2025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107077"/>
                  </a:ext>
                </a:extLst>
              </a:tr>
              <a:tr h="1967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587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612066"/>
                  </a:ext>
                </a:extLst>
              </a:tr>
              <a:tr h="1967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613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7056267"/>
                  </a:ext>
                </a:extLst>
              </a:tr>
              <a:tr h="1967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2026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479564"/>
                  </a:ext>
                </a:extLst>
              </a:tr>
              <a:tr h="1967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587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8558484"/>
                  </a:ext>
                </a:extLst>
              </a:tr>
              <a:tr h="1967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613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4131"/>
                  </a:ext>
                </a:extLst>
              </a:tr>
              <a:tr h="1967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Total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59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29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30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18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9697104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E49546E-429B-5B66-C1F8-3AEEEA2BCF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466789"/>
              </p:ext>
            </p:extLst>
          </p:nvPr>
        </p:nvGraphicFramePr>
        <p:xfrm>
          <a:off x="5747723" y="812128"/>
          <a:ext cx="1657704" cy="1833444"/>
        </p:xfrm>
        <a:graphic>
          <a:graphicData uri="http://schemas.openxmlformats.org/drawingml/2006/table">
            <a:tbl>
              <a:tblPr/>
              <a:tblGrid>
                <a:gridCol w="773595">
                  <a:extLst>
                    <a:ext uri="{9D8B030D-6E8A-4147-A177-3AD203B41FA5}">
                      <a16:colId xmlns:a16="http://schemas.microsoft.com/office/drawing/2014/main" val="3230538796"/>
                    </a:ext>
                  </a:extLst>
                </a:gridCol>
                <a:gridCol w="884109">
                  <a:extLst>
                    <a:ext uri="{9D8B030D-6E8A-4147-A177-3AD203B41FA5}">
                      <a16:colId xmlns:a16="http://schemas.microsoft.com/office/drawing/2014/main" val="3200032437"/>
                    </a:ext>
                  </a:extLst>
                </a:gridCol>
              </a:tblGrid>
              <a:tr h="30557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May'26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657730"/>
                  </a:ext>
                </a:extLst>
              </a:tr>
              <a:tr h="3055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Actual: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694251"/>
                  </a:ext>
                </a:extLst>
              </a:tr>
              <a:tr h="3055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Plan: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681420"/>
                  </a:ext>
                </a:extLst>
              </a:tr>
              <a:tr h="30557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YoY Actuals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580006"/>
                  </a:ext>
                </a:extLst>
              </a:tr>
              <a:tr h="3055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Yo1Y: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DNF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394441"/>
                  </a:ext>
                </a:extLst>
              </a:tr>
              <a:tr h="3055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Yo2Y: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DNF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574934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3058A4C9-AF87-70C0-BE39-9F9B564686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298606"/>
              </p:ext>
            </p:extLst>
          </p:nvPr>
        </p:nvGraphicFramePr>
        <p:xfrm>
          <a:off x="423263" y="2732550"/>
          <a:ext cx="11293650" cy="741697"/>
        </p:xfrm>
        <a:graphic>
          <a:graphicData uri="http://schemas.openxmlformats.org/drawingml/2006/table">
            <a:tbl>
              <a:tblPr/>
              <a:tblGrid>
                <a:gridCol w="1049136">
                  <a:extLst>
                    <a:ext uri="{9D8B030D-6E8A-4147-A177-3AD203B41FA5}">
                      <a16:colId xmlns:a16="http://schemas.microsoft.com/office/drawing/2014/main" val="3041095790"/>
                    </a:ext>
                  </a:extLst>
                </a:gridCol>
                <a:gridCol w="731751">
                  <a:extLst>
                    <a:ext uri="{9D8B030D-6E8A-4147-A177-3AD203B41FA5}">
                      <a16:colId xmlns:a16="http://schemas.microsoft.com/office/drawing/2014/main" val="1833972551"/>
                    </a:ext>
                  </a:extLst>
                </a:gridCol>
                <a:gridCol w="731751">
                  <a:extLst>
                    <a:ext uri="{9D8B030D-6E8A-4147-A177-3AD203B41FA5}">
                      <a16:colId xmlns:a16="http://schemas.microsoft.com/office/drawing/2014/main" val="914881876"/>
                    </a:ext>
                  </a:extLst>
                </a:gridCol>
                <a:gridCol w="731751">
                  <a:extLst>
                    <a:ext uri="{9D8B030D-6E8A-4147-A177-3AD203B41FA5}">
                      <a16:colId xmlns:a16="http://schemas.microsoft.com/office/drawing/2014/main" val="1157813455"/>
                    </a:ext>
                  </a:extLst>
                </a:gridCol>
                <a:gridCol w="731751">
                  <a:extLst>
                    <a:ext uri="{9D8B030D-6E8A-4147-A177-3AD203B41FA5}">
                      <a16:colId xmlns:a16="http://schemas.microsoft.com/office/drawing/2014/main" val="1807672551"/>
                    </a:ext>
                  </a:extLst>
                </a:gridCol>
                <a:gridCol w="731751">
                  <a:extLst>
                    <a:ext uri="{9D8B030D-6E8A-4147-A177-3AD203B41FA5}">
                      <a16:colId xmlns:a16="http://schemas.microsoft.com/office/drawing/2014/main" val="830623883"/>
                    </a:ext>
                  </a:extLst>
                </a:gridCol>
                <a:gridCol w="731751">
                  <a:extLst>
                    <a:ext uri="{9D8B030D-6E8A-4147-A177-3AD203B41FA5}">
                      <a16:colId xmlns:a16="http://schemas.microsoft.com/office/drawing/2014/main" val="1712365216"/>
                    </a:ext>
                  </a:extLst>
                </a:gridCol>
                <a:gridCol w="731751">
                  <a:extLst>
                    <a:ext uri="{9D8B030D-6E8A-4147-A177-3AD203B41FA5}">
                      <a16:colId xmlns:a16="http://schemas.microsoft.com/office/drawing/2014/main" val="1380702721"/>
                    </a:ext>
                  </a:extLst>
                </a:gridCol>
                <a:gridCol w="731751">
                  <a:extLst>
                    <a:ext uri="{9D8B030D-6E8A-4147-A177-3AD203B41FA5}">
                      <a16:colId xmlns:a16="http://schemas.microsoft.com/office/drawing/2014/main" val="1954910706"/>
                    </a:ext>
                  </a:extLst>
                </a:gridCol>
                <a:gridCol w="731751">
                  <a:extLst>
                    <a:ext uri="{9D8B030D-6E8A-4147-A177-3AD203B41FA5}">
                      <a16:colId xmlns:a16="http://schemas.microsoft.com/office/drawing/2014/main" val="3070142496"/>
                    </a:ext>
                  </a:extLst>
                </a:gridCol>
                <a:gridCol w="731751">
                  <a:extLst>
                    <a:ext uri="{9D8B030D-6E8A-4147-A177-3AD203B41FA5}">
                      <a16:colId xmlns:a16="http://schemas.microsoft.com/office/drawing/2014/main" val="2187313365"/>
                    </a:ext>
                  </a:extLst>
                </a:gridCol>
                <a:gridCol w="731751">
                  <a:extLst>
                    <a:ext uri="{9D8B030D-6E8A-4147-A177-3AD203B41FA5}">
                      <a16:colId xmlns:a16="http://schemas.microsoft.com/office/drawing/2014/main" val="2812448094"/>
                    </a:ext>
                  </a:extLst>
                </a:gridCol>
                <a:gridCol w="731751">
                  <a:extLst>
                    <a:ext uri="{9D8B030D-6E8A-4147-A177-3AD203B41FA5}">
                      <a16:colId xmlns:a16="http://schemas.microsoft.com/office/drawing/2014/main" val="3017473362"/>
                    </a:ext>
                  </a:extLst>
                </a:gridCol>
                <a:gridCol w="731751">
                  <a:extLst>
                    <a:ext uri="{9D8B030D-6E8A-4147-A177-3AD203B41FA5}">
                      <a16:colId xmlns:a16="http://schemas.microsoft.com/office/drawing/2014/main" val="3749681698"/>
                    </a:ext>
                  </a:extLst>
                </a:gridCol>
                <a:gridCol w="731751">
                  <a:extLst>
                    <a:ext uri="{9D8B030D-6E8A-4147-A177-3AD203B41FA5}">
                      <a16:colId xmlns:a16="http://schemas.microsoft.com/office/drawing/2014/main" val="2697191660"/>
                    </a:ext>
                  </a:extLst>
                </a:gridCol>
              </a:tblGrid>
              <a:tr h="3131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Recordable</a:t>
                      </a:r>
                    </a:p>
                  </a:txBody>
                  <a:tcPr marL="8241" marR="8241" marT="8241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Jan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Feb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Mar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Apr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May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Jun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Jul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Aug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Sep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Oct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Nov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Dec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YTD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YTD Goal Var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84772"/>
                  </a:ext>
                </a:extLst>
              </a:tr>
              <a:tr h="2142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System GIR</a:t>
                      </a:r>
                    </a:p>
                  </a:txBody>
                  <a:tcPr marL="8241" marR="8241" marT="8241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0.00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0.00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0.00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0.00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0.00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1.72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Lato" panose="020F0502020204030203" pitchFamily="34" charset="0"/>
                        </a:rPr>
                        <a:t>DNF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328940"/>
                  </a:ext>
                </a:extLst>
              </a:tr>
              <a:tr h="2142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Injury Count</a:t>
                      </a:r>
                    </a:p>
                  </a:txBody>
                  <a:tcPr marL="8241" marR="8241" marT="8241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3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0</a:t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8241" marR="8241" marT="824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/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677809"/>
                  </a:ext>
                </a:extLst>
              </a:tr>
            </a:tbl>
          </a:graphicData>
        </a:graphic>
      </p:graphicFrame>
      <p:sp>
        <p:nvSpPr>
          <p:cNvPr id="4" name="Right Triangle 3">
            <a:extLst>
              <a:ext uri="{FF2B5EF4-FFF2-40B4-BE49-F238E27FC236}">
                <a16:creationId xmlns:a16="http://schemas.microsoft.com/office/drawing/2014/main" id="{AEA7F790-E71A-13C9-DDD4-82F649665E6E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46074B01-2367-4998-AFD2-A487F1DCD0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6730232"/>
              </p:ext>
            </p:extLst>
          </p:nvPr>
        </p:nvGraphicFramePr>
        <p:xfrm>
          <a:off x="423264" y="995240"/>
          <a:ext cx="5084907" cy="16503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E66695C-3FF9-C7C6-5398-AA5BEC3C5BDD}"/>
              </a:ext>
            </a:extLst>
          </p:cNvPr>
          <p:cNvSpPr txBox="1"/>
          <p:nvPr/>
        </p:nvSpPr>
        <p:spPr>
          <a:xfrm>
            <a:off x="2427784" y="4937564"/>
            <a:ext cx="355958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0"/>
                <a:ea typeface="Montserrat Light" charset="0"/>
                <a:cs typeface="Montserrat Light" charset="0"/>
              </a:rPr>
              <a:t>ATL (M) – Wrist injury</a:t>
            </a:r>
            <a:endParaRPr lang="en-US" sz="1100" dirty="0">
              <a:solidFill>
                <a:srgbClr val="003366"/>
              </a:solidFill>
              <a:latin typeface="Lato" panose="020F050202020403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0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0"/>
                <a:ea typeface="Montserrat Light" charset="0"/>
                <a:cs typeface="Montserrat Light" charset="0"/>
              </a:rPr>
              <a:t>ATL (S) - EE bumped his head working on a catwalk - a week later his neck hurt and he remembered he bumped his head - still out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48686D-A180-0876-0D13-E7B219809D3D}"/>
              </a:ext>
            </a:extLst>
          </p:cNvPr>
          <p:cNvSpPr txBox="1"/>
          <p:nvPr/>
        </p:nvSpPr>
        <p:spPr>
          <a:xfrm>
            <a:off x="6366052" y="4942889"/>
            <a:ext cx="355958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0"/>
                <a:ea typeface="Montserrat Light" charset="0"/>
                <a:cs typeface="Montserrat Light" charset="0"/>
              </a:rPr>
              <a:t>ATL (M) - Communicated injuries to D587ATL, conducted IPGs and continually brief the importance of safety in all shift briefings.</a:t>
            </a:r>
            <a:r>
              <a:rPr lang="en-US" sz="1100" dirty="0">
                <a:solidFill>
                  <a:srgbClr val="003366"/>
                </a:solidFill>
                <a:latin typeface="Lato" panose="020F0502020204030203" pitchFamily="34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>ATL (S) - Talk with team about situational awareness and importance of PPE</a:t>
            </a:r>
          </a:p>
        </p:txBody>
      </p:sp>
    </p:spTree>
    <p:extLst>
      <p:ext uri="{BB962C8B-B14F-4D97-AF65-F5344CB8AC3E}">
        <p14:creationId xmlns:p14="http://schemas.microsoft.com/office/powerpoint/2010/main" val="952958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E9555-409C-C112-6ABC-3AC945F2A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513BAB8-AB38-116A-C174-EB3764046946}"/>
              </a:ext>
            </a:extLst>
          </p:cNvPr>
          <p:cNvSpPr txBox="1"/>
          <p:nvPr/>
        </p:nvSpPr>
        <p:spPr>
          <a:xfrm>
            <a:off x="7707086" y="149087"/>
            <a:ext cx="3943566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R. Shacklett, K. Kotula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A4A1872D-3DC5-6927-891D-3E8D38EC7A3C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Safety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34AF0D-D875-030E-B795-EFC345D50669}"/>
              </a:ext>
            </a:extLst>
          </p:cNvPr>
          <p:cNvSpPr txBox="1"/>
          <p:nvPr/>
        </p:nvSpPr>
        <p:spPr>
          <a:xfrm>
            <a:off x="167148" y="39333"/>
            <a:ext cx="48463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EA Compliance / ASAP Reporting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71EA924-0434-5A59-6A73-9136C259F6E7}"/>
              </a:ext>
            </a:extLst>
          </p:cNvPr>
          <p:cNvCxnSpPr/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CDE4B8CC-FD2A-8CF8-DF10-492B9BDFE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35" y="6353338"/>
            <a:ext cx="1581371" cy="362001"/>
          </a:xfrm>
          <a:prstGeom prst="rect">
            <a:avLst/>
          </a:prstGeom>
        </p:spPr>
      </p:pic>
      <p:sp>
        <p:nvSpPr>
          <p:cNvPr id="2" name="Right Triangle 1">
            <a:extLst>
              <a:ext uri="{FF2B5EF4-FFF2-40B4-BE49-F238E27FC236}">
                <a16:creationId xmlns:a16="http://schemas.microsoft.com/office/drawing/2014/main" id="{B3EFE4CB-E638-76D8-C030-87D0ED2FBFAD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CB9C5A3-8D4B-46D9-45DC-29B59D329869}"/>
              </a:ext>
            </a:extLst>
          </p:cNvPr>
          <p:cNvSpPr/>
          <p:nvPr/>
        </p:nvSpPr>
        <p:spPr>
          <a:xfrm>
            <a:off x="8421753" y="1207438"/>
            <a:ext cx="3578087" cy="1988084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AE478AF-2B03-9B1E-85E4-5FBBEBECB74C}"/>
              </a:ext>
            </a:extLst>
          </p:cNvPr>
          <p:cNvSpPr/>
          <p:nvPr/>
        </p:nvSpPr>
        <p:spPr>
          <a:xfrm>
            <a:off x="8413030" y="914854"/>
            <a:ext cx="3600150" cy="274320"/>
          </a:xfrm>
          <a:prstGeom prst="rect">
            <a:avLst/>
          </a:prstGeom>
          <a:solidFill>
            <a:srgbClr val="C01933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800BC9-34D5-78ED-5A0A-72811DFFE288}"/>
              </a:ext>
            </a:extLst>
          </p:cNvPr>
          <p:cNvSpPr txBox="1"/>
          <p:nvPr/>
        </p:nvSpPr>
        <p:spPr>
          <a:xfrm>
            <a:off x="9044428" y="920714"/>
            <a:ext cx="21031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Leading Issues</a:t>
            </a:r>
            <a:endParaRPr lang="en-US" sz="1400" spc="60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02D2ADF-FEF0-4FA3-DF4B-D224D7EA7523}"/>
              </a:ext>
            </a:extLst>
          </p:cNvPr>
          <p:cNvSpPr/>
          <p:nvPr/>
        </p:nvSpPr>
        <p:spPr>
          <a:xfrm>
            <a:off x="8431278" y="3902207"/>
            <a:ext cx="3578087" cy="1520583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9437446-1E29-5834-72E1-B56A5C30FBF6}"/>
              </a:ext>
            </a:extLst>
          </p:cNvPr>
          <p:cNvSpPr/>
          <p:nvPr/>
        </p:nvSpPr>
        <p:spPr>
          <a:xfrm>
            <a:off x="8422555" y="3609624"/>
            <a:ext cx="3600150" cy="274320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54F814-8B47-C993-15ED-9C1A372A3D9D}"/>
              </a:ext>
            </a:extLst>
          </p:cNvPr>
          <p:cNvSpPr txBox="1"/>
          <p:nvPr/>
        </p:nvSpPr>
        <p:spPr>
          <a:xfrm>
            <a:off x="9053953" y="3615484"/>
            <a:ext cx="2103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Action Plans</a:t>
            </a:r>
            <a:endParaRPr lang="en-US" sz="1400" spc="60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38" name="Triangle 36">
            <a:extLst>
              <a:ext uri="{FF2B5EF4-FFF2-40B4-BE49-F238E27FC236}">
                <a16:creationId xmlns:a16="http://schemas.microsoft.com/office/drawing/2014/main" id="{551B36B4-8C7C-5F05-314E-0BBEE1E650F7}"/>
              </a:ext>
            </a:extLst>
          </p:cNvPr>
          <p:cNvSpPr/>
          <p:nvPr/>
        </p:nvSpPr>
        <p:spPr>
          <a:xfrm rot="10800000">
            <a:off x="10095988" y="3341138"/>
            <a:ext cx="201419" cy="122871"/>
          </a:xfrm>
          <a:prstGeom prst="triangle">
            <a:avLst/>
          </a:prstGeom>
          <a:solidFill>
            <a:srgbClr val="C01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2EC1F1-0C6F-97F1-A0AD-5438993E40BF}"/>
              </a:ext>
            </a:extLst>
          </p:cNvPr>
          <p:cNvSpPr txBox="1"/>
          <p:nvPr/>
        </p:nvSpPr>
        <p:spPr>
          <a:xfrm>
            <a:off x="8433616" y="1241141"/>
            <a:ext cx="3568562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0"/>
              </a:rPr>
              <a:t>ATL (S) - We did not receive the bolts for the Column Bolt EA until the beginning of June; prior to June, the evaluation of all Column bolts was completed, but needed the bolts to start closing them out</a:t>
            </a:r>
          </a:p>
          <a:p>
            <a:endParaRPr lang="en-US" sz="1100" dirty="0">
              <a:solidFill>
                <a:srgbClr val="003366"/>
              </a:solidFill>
              <a:latin typeface="Lato" panose="020F0502020204030203" pitchFamily="34" charset="0"/>
            </a:endParaRP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0"/>
              </a:rPr>
              <a:t>DTW - Completed 21 EAs, but that was only a fraction of what is due.  The last two weeks were focused on keeping equipment in service.</a:t>
            </a:r>
          </a:p>
          <a:p>
            <a:endParaRPr lang="en-US" sz="1100" dirty="0">
              <a:solidFill>
                <a:srgbClr val="003366"/>
              </a:solidFill>
              <a:latin typeface="Lato" panose="020F0502020204030203" pitchFamily="34" charset="0"/>
            </a:endParaRP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0"/>
              </a:rPr>
              <a:t>DTW (S) - Delay in ordering bolts.  Bolts for EA arrived around mid-May.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FCD7D6-18F4-D769-2514-E98DDC5630EA}"/>
              </a:ext>
            </a:extLst>
          </p:cNvPr>
          <p:cNvSpPr txBox="1"/>
          <p:nvPr/>
        </p:nvSpPr>
        <p:spPr>
          <a:xfrm>
            <a:off x="8454143" y="3902207"/>
            <a:ext cx="356856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0"/>
              </a:rPr>
              <a:t>ATL (S) - We are replacing the bolts this month and should show great progress</a:t>
            </a:r>
          </a:p>
          <a:p>
            <a:endParaRPr lang="en-US" sz="1100" dirty="0">
              <a:solidFill>
                <a:srgbClr val="003366"/>
              </a:solidFill>
              <a:latin typeface="Lato" panose="020F0502020204030203" pitchFamily="34" charset="0"/>
            </a:endParaRP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0"/>
              </a:rPr>
              <a:t>DTW - 7 EAs completed this month and a formal approach is being started this week.</a:t>
            </a:r>
          </a:p>
          <a:p>
            <a:endParaRPr lang="en-US" sz="1100" dirty="0">
              <a:solidFill>
                <a:srgbClr val="003366"/>
              </a:solidFill>
              <a:latin typeface="Lato" panose="020F0502020204030203" pitchFamily="34" charset="0"/>
            </a:endParaRP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0"/>
              </a:rPr>
              <a:t>DTW (S) - Over 1/3 completed and will be done by the end of June.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314628" y="916047"/>
          <a:ext cx="7924800" cy="370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85102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Regions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EA COMPLIANCE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ASAP REPORTING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85102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MTD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YTD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MTD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YTD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85102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B/(W) Goal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B/(W) Goal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MTD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YTD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B/(W) Goal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B/(W) Goal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MTD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YTD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85102">
                <a:tc>
                  <a:txBody>
                    <a:bodyPr/>
                    <a:lstStyle/>
                    <a:p>
                      <a:r>
                        <a:rPr sz="800"/>
                        <a:t>ATL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ATL EAC MTD 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ATL EAC MTD B/(W) 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ATL EAC YTD 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ATL EAC YTD B/(W) 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5102">
                <a:tc>
                  <a:txBody>
                    <a:bodyPr/>
                    <a:lstStyle/>
                    <a:p>
                      <a:r>
                        <a:rPr sz="800"/>
                        <a:t>BOS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BOS EAC MTD Actual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BOS EAC MTD B/(W) Goal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BOS EAC YTD Actual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BOS EAC YTD B/(W) Goal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5102">
                <a:tc>
                  <a:txBody>
                    <a:bodyPr/>
                    <a:lstStyle/>
                    <a:p>
                      <a:r>
                        <a:rPr sz="800"/>
                        <a:t>DTW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DTW EAC MTD 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DTW EAC MTD B/(W) 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DTW EAC YTD 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DTW EAC YTD B/(W) 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5102">
                <a:tc>
                  <a:txBody>
                    <a:bodyPr/>
                    <a:lstStyle/>
                    <a:p>
                      <a:r>
                        <a:rPr sz="800"/>
                        <a:t>FLORIDA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FLORIDA EAC MTD Actual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FLORIDA EAC MTD B/(W) Goal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FLORIDA EAC YTD Actual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FLORIDA EAC YTD B/(W) Goal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5102">
                <a:tc>
                  <a:txBody>
                    <a:bodyPr/>
                    <a:lstStyle/>
                    <a:p>
                      <a:r>
                        <a:rPr sz="800"/>
                        <a:t>LAX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LAX EAC MTD 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LAX EAC MTD B/(W) 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LAX EAC YTD 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LAX EAC YTD B/(W) 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5102">
                <a:tc>
                  <a:txBody>
                    <a:bodyPr/>
                    <a:lstStyle/>
                    <a:p>
                      <a:r>
                        <a:rPr sz="800"/>
                        <a:t>MSP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MSP EAC MTD Actual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MSP EAC MTD B/(W) Goal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MSP EAC YTD Actual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MSP EAC YTD B/(W) Goal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5102">
                <a:tc>
                  <a:txBody>
                    <a:bodyPr/>
                    <a:lstStyle/>
                    <a:p>
                      <a:r>
                        <a:rPr sz="800"/>
                        <a:t>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NY EAC MTD 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NY EAC MTD B/(W) 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NY EAC YTD 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NY EAC YTD B/(W) 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5102">
                <a:tc>
                  <a:txBody>
                    <a:bodyPr/>
                    <a:lstStyle/>
                    <a:p>
                      <a:r>
                        <a:rPr sz="800"/>
                        <a:t>SLC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SLC EAC MTD Actual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SLC EAC MTD B/(W) Goal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SLC EAC YTD Actual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SLC EAC YTD B/(W) Goal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5102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MOTORIZED</a:t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Data not found for MOTORIZED EAC MTD Actual</a:t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Data not found for MOTORIZED EAC MTD B/(W) Goal</a:t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Data not found for MOTORIZED EAC YTD Actual</a:t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Data not found for MOTORIZED EAC YTD B/(W) Goal</a:t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</a:tr>
              <a:tr h="185102">
                <a:tc>
                  <a:txBody>
                    <a:bodyPr/>
                    <a:lstStyle/>
                    <a:p>
                      <a:r>
                        <a:rPr sz="800"/>
                        <a:t>ATL (S)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0.2%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ATL (S) EAC MTD B/(W) Goal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0.5%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ATL (S) EAC YTD B/(W) Goal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5102">
                <a:tc>
                  <a:txBody>
                    <a:bodyPr/>
                    <a:lstStyle/>
                    <a:p>
                      <a:r>
                        <a:rPr sz="800"/>
                        <a:t>DTW(S)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DTW(S) EAC MTD B/(W) 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DTW(S) EAC YTD B/(W) 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5102">
                <a:tc>
                  <a:txBody>
                    <a:bodyPr/>
                    <a:lstStyle/>
                    <a:p>
                      <a:r>
                        <a:rPr sz="800"/>
                        <a:t>JFK (S)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8.0%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JFK (S) EAC MTD B/(W) Goal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1.2%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JFK (S) EAC YTD B/(W) Goal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5102">
                <a:tc>
                  <a:txBody>
                    <a:bodyPr/>
                    <a:lstStyle/>
                    <a:p>
                      <a:r>
                        <a:rPr sz="800"/>
                        <a:t>LAX (S)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LAX (S) EAC MTD B/(W) 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LAX (S) EAC YTD B/(W) 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5102">
                <a:tc>
                  <a:txBody>
                    <a:bodyPr/>
                    <a:lstStyle/>
                    <a:p>
                      <a:r>
                        <a:rPr sz="800"/>
                        <a:t>LGA (S)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LGA (S) EAC MTD B/(W) Goal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1.9%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LGA (S) EAC YTD B/(W) Goal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5102">
                <a:tc>
                  <a:txBody>
                    <a:bodyPr/>
                    <a:lstStyle/>
                    <a:p>
                      <a:r>
                        <a:rPr sz="800"/>
                        <a:t>MSP (S)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MSP (S) EAC MTD B/(W) 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Data not found for MSP (S) EAC YTD B/(W) 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5102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STATIONARY</a:t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Data not found for STATIONARY EAC MTD Actual</a:t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Data not found for STATIONARY EAC MTD B/(W) Goal</a:t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Data not found for STATIONARY EAC YTD Actual</a:t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Data not found for STATIONARY EAC YTD B/(W) Goal</a:t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</a:tr>
              <a:tr h="185112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Data not found for SYSTEM EAC MTD B/(W) Goal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Data not found for SYSTEM EAC YTD B/(W) Goal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1.8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2088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CBBF8-49E7-7EC0-75DB-6D4251F8D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924A8947-71EE-3DDB-DB45-848F78E68AFF}"/>
              </a:ext>
            </a:extLst>
          </p:cNvPr>
          <p:cNvSpPr txBox="1"/>
          <p:nvPr/>
        </p:nvSpPr>
        <p:spPr>
          <a:xfrm>
            <a:off x="8408504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Blake Green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985002D0-B634-DEB6-37C2-6F9566ED518F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People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8412BC-3704-058D-D5FD-F867C99234E5}"/>
              </a:ext>
            </a:extLst>
          </p:cNvPr>
          <p:cNvSpPr txBox="1"/>
          <p:nvPr/>
        </p:nvSpPr>
        <p:spPr>
          <a:xfrm>
            <a:off x="167148" y="39333"/>
            <a:ext cx="8869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Leadership Engagement/Psychological Safety/Accountability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7FF5EB8-BE9E-3433-80B7-52670B1CB8CF}"/>
              </a:ext>
            </a:extLst>
          </p:cNvPr>
          <p:cNvCxnSpPr/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A2D0D43-A2BE-2A0C-D701-6935FF5DD7B6}"/>
              </a:ext>
            </a:extLst>
          </p:cNvPr>
          <p:cNvSpPr/>
          <p:nvPr/>
        </p:nvSpPr>
        <p:spPr>
          <a:xfrm>
            <a:off x="371150" y="3937510"/>
            <a:ext cx="3578087" cy="1554480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2134F0-0F53-BE88-8BB6-3B10CAC44E2D}"/>
              </a:ext>
            </a:extLst>
          </p:cNvPr>
          <p:cNvSpPr/>
          <p:nvPr/>
        </p:nvSpPr>
        <p:spPr>
          <a:xfrm>
            <a:off x="362427" y="3644927"/>
            <a:ext cx="3600150" cy="274320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5C9A9B-4FF4-28E7-4FC4-52C808CDA027}"/>
              </a:ext>
            </a:extLst>
          </p:cNvPr>
          <p:cNvSpPr txBox="1"/>
          <p:nvPr/>
        </p:nvSpPr>
        <p:spPr>
          <a:xfrm>
            <a:off x="1110942" y="3650787"/>
            <a:ext cx="21031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Leading Issues</a:t>
            </a:r>
            <a:endParaRPr lang="en-US" sz="1400" spc="60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3ECDD3-979A-A39C-4736-0C415C373FA8}"/>
              </a:ext>
            </a:extLst>
          </p:cNvPr>
          <p:cNvSpPr/>
          <p:nvPr/>
        </p:nvSpPr>
        <p:spPr>
          <a:xfrm>
            <a:off x="4190784" y="3644927"/>
            <a:ext cx="3598582" cy="274320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1E3570-FF2E-CF9B-8178-A4A92625E2BE}"/>
              </a:ext>
            </a:extLst>
          </p:cNvPr>
          <p:cNvSpPr/>
          <p:nvPr/>
        </p:nvSpPr>
        <p:spPr>
          <a:xfrm>
            <a:off x="4197679" y="3937510"/>
            <a:ext cx="3580872" cy="1554480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25" name="Triangle 36">
            <a:extLst>
              <a:ext uri="{FF2B5EF4-FFF2-40B4-BE49-F238E27FC236}">
                <a16:creationId xmlns:a16="http://schemas.microsoft.com/office/drawing/2014/main" id="{CB10E5D6-70F5-9B8D-8AE4-FBCEB983E05F}"/>
              </a:ext>
            </a:extLst>
          </p:cNvPr>
          <p:cNvSpPr/>
          <p:nvPr/>
        </p:nvSpPr>
        <p:spPr>
          <a:xfrm rot="5400000">
            <a:off x="3984417" y="3756161"/>
            <a:ext cx="201419" cy="122871"/>
          </a:xfrm>
          <a:prstGeom prst="triangle">
            <a:avLst/>
          </a:prstGeom>
          <a:solidFill>
            <a:srgbClr val="C01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066D60-3F0C-2C48-1ED3-215BA3038AA2}"/>
              </a:ext>
            </a:extLst>
          </p:cNvPr>
          <p:cNvSpPr txBox="1"/>
          <p:nvPr/>
        </p:nvSpPr>
        <p:spPr>
          <a:xfrm>
            <a:off x="4938515" y="3654100"/>
            <a:ext cx="2103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Action Plans</a:t>
            </a:r>
            <a:endParaRPr lang="en-US" sz="1400" spc="60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275EF38-CC95-299A-7A1A-7A179DCF0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35" y="6353338"/>
            <a:ext cx="1581371" cy="362001"/>
          </a:xfrm>
          <a:prstGeom prst="rect">
            <a:avLst/>
          </a:prstGeom>
        </p:spPr>
      </p:pic>
      <p:sp>
        <p:nvSpPr>
          <p:cNvPr id="2" name="Right Triangle 1">
            <a:extLst>
              <a:ext uri="{FF2B5EF4-FFF2-40B4-BE49-F238E27FC236}">
                <a16:creationId xmlns:a16="http://schemas.microsoft.com/office/drawing/2014/main" id="{829D8130-C3B4-CD91-FA84-6C40BC5A4655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80A84E3-A69F-6BA7-7ED6-DA01579C1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86789"/>
              </p:ext>
            </p:extLst>
          </p:nvPr>
        </p:nvGraphicFramePr>
        <p:xfrm>
          <a:off x="362427" y="1036821"/>
          <a:ext cx="7426936" cy="2255520"/>
        </p:xfrm>
        <a:graphic>
          <a:graphicData uri="http://schemas.openxmlformats.org/drawingml/2006/table">
            <a:tbl>
              <a:tblPr/>
              <a:tblGrid>
                <a:gridCol w="3955789">
                  <a:extLst>
                    <a:ext uri="{9D8B030D-6E8A-4147-A177-3AD203B41FA5}">
                      <a16:colId xmlns:a16="http://schemas.microsoft.com/office/drawing/2014/main" val="1236878894"/>
                    </a:ext>
                  </a:extLst>
                </a:gridCol>
                <a:gridCol w="579049">
                  <a:extLst>
                    <a:ext uri="{9D8B030D-6E8A-4147-A177-3AD203B41FA5}">
                      <a16:colId xmlns:a16="http://schemas.microsoft.com/office/drawing/2014/main" val="377059775"/>
                    </a:ext>
                  </a:extLst>
                </a:gridCol>
                <a:gridCol w="579049">
                  <a:extLst>
                    <a:ext uri="{9D8B030D-6E8A-4147-A177-3AD203B41FA5}">
                      <a16:colId xmlns:a16="http://schemas.microsoft.com/office/drawing/2014/main" val="3138430821"/>
                    </a:ext>
                  </a:extLst>
                </a:gridCol>
                <a:gridCol w="579049">
                  <a:extLst>
                    <a:ext uri="{9D8B030D-6E8A-4147-A177-3AD203B41FA5}">
                      <a16:colId xmlns:a16="http://schemas.microsoft.com/office/drawing/2014/main" val="356651336"/>
                    </a:ext>
                  </a:extLst>
                </a:gridCol>
                <a:gridCol w="579049">
                  <a:extLst>
                    <a:ext uri="{9D8B030D-6E8A-4147-A177-3AD203B41FA5}">
                      <a16:colId xmlns:a16="http://schemas.microsoft.com/office/drawing/2014/main" val="1872004496"/>
                    </a:ext>
                  </a:extLst>
                </a:gridCol>
                <a:gridCol w="579049">
                  <a:extLst>
                    <a:ext uri="{9D8B030D-6E8A-4147-A177-3AD203B41FA5}">
                      <a16:colId xmlns:a16="http://schemas.microsoft.com/office/drawing/2014/main" val="1003745475"/>
                    </a:ext>
                  </a:extLst>
                </a:gridCol>
                <a:gridCol w="575902">
                  <a:extLst>
                    <a:ext uri="{9D8B030D-6E8A-4147-A177-3AD203B41FA5}">
                      <a16:colId xmlns:a16="http://schemas.microsoft.com/office/drawing/2014/main" val="537585400"/>
                    </a:ext>
                  </a:extLst>
                </a:gridCol>
              </a:tblGrid>
              <a:tr h="1905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PEOPLE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MTD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YTD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Score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144420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Actual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B/</a:t>
                      </a:r>
                      <a:r>
                        <a:rPr 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Lato" panose="020F0502020204030203" pitchFamily="34" charset="0"/>
                        </a:rPr>
                        <a:t>(W) </a:t>
                      </a: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Goal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Actual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B/</a:t>
                      </a:r>
                      <a:r>
                        <a:rPr 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Lato" panose="020F0502020204030203" pitchFamily="34" charset="0"/>
                        </a:rPr>
                        <a:t>(W) </a:t>
                      </a: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Goal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MTD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YTD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5219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LEADERSHIP ENGAGEMENT</a:t>
                      </a:r>
                    </a:p>
                  </a:txBody>
                  <a:tcPr marL="45720" marR="45720" anchor="b">
                    <a:lnL>
                      <a:noFill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Data not found for Leadership Engagement MTD Actual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Data not found for Leadership Engagement MTD B/(W) Goal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Data not found for Leadership Engagement YTD Actual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Data not found for Leadership Engagement YTD B/(W) Goal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5.00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5.00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76275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I trust my leader</a:t>
                      </a:r>
                    </a:p>
                  </a:txBody>
                  <a:tcPr marL="45720" marR="45720" anchor="b">
                    <a:lnL>
                      <a:noFill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Data not found for I trust my leader MTD Actual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Data not found for I trust my leader MTD B/(W) Goal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Data not found for I trust my leader YTD Actual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Data not found for I trust my leader YTD B/(W) Goal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5.00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5.00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695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My direct leader provides me with feedback that helps me improve my performance</a:t>
                      </a:r>
                    </a:p>
                  </a:txBody>
                  <a:tcPr marL="45720" marR="45720" anchor="b">
                    <a:lnL>
                      <a:noFill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Data not found for My direct leader provides me with feedback that helps me improve my performance MTD Actual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Data not found for My direct leader provides me with feedback that helps me improve my performance MTD B/(W) Goal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Data not found for My direct leader provides me with feedback that helps me improve my performance YTD Actual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Data not found for My direct leader provides me with feedback that helps me improve my performance YTD B/(W) Goal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5.00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5.00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3949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PSYCHOLOGICAL SAFETY</a:t>
                      </a:r>
                    </a:p>
                  </a:txBody>
                  <a:tcPr marL="45720" marR="45720" anchor="b">
                    <a:lnL>
                      <a:noFill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Data not found for Psychological Safety MTD Actual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Data not found for Psychological Safety MTD B/(W) Goal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Data not found for Psychological Safety YTD Actual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Data not found for Psychological Safety YTD B/(W) Goal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5.00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5.00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3957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I feel free to speak my mind without fear of negative consequences</a:t>
                      </a:r>
                    </a:p>
                  </a:txBody>
                  <a:tcPr marL="45720" marR="45720" anchor="b">
                    <a:lnL>
                      <a:noFill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Data not found for I feel free to speak my mind without fear of negative consequences MTD Actual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Data not found for I feel free to speak my mind without fear of negative consequences MTD B/(W) Goal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Data not found for I feel free to speak my mind without fear of negative consequences YTD Actual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Data not found for I feel free to speak my mind without fear of negative consequences YTD B/(W) Goal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5.00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5.00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448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I feel free to challenge the way things are done here</a:t>
                      </a:r>
                    </a:p>
                  </a:txBody>
                  <a:tcPr marL="45720" marR="45720" anchor="b">
                    <a:lnL>
                      <a:noFill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Data not found for I feel free to challenge the way things are done here MTD Actual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Data not found for I feel free to challenge the way things are done here MTD B/(W) Goal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Data not found for I feel free to challenge the way things are done here YTD Actual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Data not found for I feel free to challenge the way things are done here YTD B/(W) Goal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5.00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5.00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6320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ACCOUNTABILITY</a:t>
                      </a:r>
                    </a:p>
                  </a:txBody>
                  <a:tcPr marL="45720" marR="45720" anchor="b">
                    <a:lnL>
                      <a:noFill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Data not found for Accountability MTD Actual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Data not found for Accountability MTD B/(W) Goal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Data not found for Accountability YTD Actual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Data not found for Accountability YTD B/(W) Goal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5.00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Lato" panose="020F0502020204030203" pitchFamily="34" charset="0"/>
                        </a:rPr>
                        <a:t>4.88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9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6785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Where I work, employees are held accountable for their work</a:t>
                      </a:r>
                    </a:p>
                  </a:txBody>
                  <a:tcPr marL="45720" marR="45720" anchor="b">
                    <a:lnL>
                      <a:noFill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Data not found for Where I work, employees are held accountable for their work MTD Actual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Data not found for Where I work, employees are held accountable for their work MTD B/(W) Goal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Data not found for Where I work, employees are held accountable for their work YTD Actual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Data not found for Where I work, employees are held accountable for their work YTD B/(W) Goal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5.00</a:t>
                      </a:r>
                    </a:p>
                  </a:txBody>
                  <a:tcPr marL="45720" marR="45720" anchor="b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ato" panose="020F0502020204030203" pitchFamily="34" charset="0"/>
                        </a:rPr>
                        <a:t>4.88</a:t>
                      </a:r>
                    </a:p>
                  </a:txBody>
                  <a:tcPr marL="45720" marR="4572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0588967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7976668" y="886969"/>
            <a:ext cx="3657600" cy="1873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Chart for Leadership Engagement needs to be inserted here.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7976668" y="2817996"/>
          <a:ext cx="3657600" cy="1800225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7976668" y="4675371"/>
          <a:ext cx="3657600" cy="1792605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</p:spTree>
    <p:extLst>
      <p:ext uri="{BB962C8B-B14F-4D97-AF65-F5344CB8AC3E}">
        <p14:creationId xmlns:p14="http://schemas.microsoft.com/office/powerpoint/2010/main" val="2796038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3F5F4-C2CA-A81A-CA40-F011F4E9D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808244B4-CE1E-9725-E9E8-E03D3D1CEB9F}"/>
              </a:ext>
            </a:extLst>
          </p:cNvPr>
          <p:cNvSpPr txBox="1"/>
          <p:nvPr/>
        </p:nvSpPr>
        <p:spPr>
          <a:xfrm>
            <a:off x="8408504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Round Robin</a:t>
            </a: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  <a:endParaRPr lang="en-US" sz="160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B54C5657-A928-9F42-658F-BC71513EB854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5826F8-113C-3BA1-F3B7-44C4F223FB94}"/>
              </a:ext>
            </a:extLst>
          </p:cNvPr>
          <p:cNvSpPr txBox="1"/>
          <p:nvPr/>
        </p:nvSpPr>
        <p:spPr>
          <a:xfrm>
            <a:off x="167148" y="39333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FINANCE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8DAD573-3E89-4902-4D27-30A3C457AB3C}"/>
              </a:ext>
            </a:extLst>
          </p:cNvPr>
          <p:cNvCxnSpPr/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433D6FE3-15AD-C14F-1549-740BF23DF9A2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540A59-0B7B-588B-6D5D-37DA6071A2EF}"/>
              </a:ext>
            </a:extLst>
          </p:cNvPr>
          <p:cNvSpPr txBox="1"/>
          <p:nvPr/>
        </p:nvSpPr>
        <p:spPr>
          <a:xfrm>
            <a:off x="206375" y="5467726"/>
            <a:ext cx="5627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0"/>
              </a:rPr>
              <a:t>* Budget excludes a few smaller cost centers not currently mapped to a region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06375" y="929805"/>
          <a:ext cx="11779250" cy="4457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170"/>
                <a:gridCol w="471170"/>
                <a:gridCol w="471170"/>
                <a:gridCol w="471170"/>
                <a:gridCol w="471170"/>
                <a:gridCol w="471170"/>
                <a:gridCol w="471170"/>
                <a:gridCol w="471170"/>
                <a:gridCol w="471170"/>
                <a:gridCol w="471170"/>
                <a:gridCol w="471170"/>
                <a:gridCol w="471170"/>
                <a:gridCol w="471170"/>
                <a:gridCol w="471170"/>
                <a:gridCol w="471170"/>
                <a:gridCol w="471170"/>
                <a:gridCol w="471170"/>
                <a:gridCol w="471170"/>
                <a:gridCol w="471170"/>
                <a:gridCol w="471170"/>
                <a:gridCol w="471170"/>
                <a:gridCol w="471170"/>
                <a:gridCol w="471170"/>
                <a:gridCol w="471170"/>
                <a:gridCol w="471170"/>
              </a:tblGrid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Column2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Column3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Column4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Column5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Column6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Column7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Column8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North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BOS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DTW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JFK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LGA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MSP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SLC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1" sz="800"/>
                        <a:t>GSE MPR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NORTH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BOS (M)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DTW (M)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JFK (M)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LGA (M)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MSP (M)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SLC (M)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SAFETY</a:t>
                      </a:r>
                    </a:p>
                  </a:txBody>
                  <a:tcPr>
                    <a:solidFill>
                      <a:srgbClr val="991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2.60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2.60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3.40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2.60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2.60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2.60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2.60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 gridSpan="25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CUSTOMER EXPERIENCE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4.36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4.29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4.36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4.36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4.36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4.36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4.36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9530">
                <a:tc gridSpan="25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>OPERATIONS</a:t>
                      </a:r>
                    </a:p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</a:tr>
              <a:tr h="49530">
                <a:tc gridSpan="25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FINANCE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3.00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</a:tr>
              <a:tr h="49530">
                <a:tc gridSpan="25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PEOPLE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1" sz="800"/>
                        <a:t>TOTAL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3.44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3.22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2.64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3.24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3.64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3.24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3.64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NORTH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BOS (M)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DTW (M)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DTW (M)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DTW (M)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MSP (M)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SLC (M)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BOS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DTW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JFK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LGA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MSP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SLC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Global Injury Rate</a:t>
                      </a:r>
                    </a:p>
                  </a:txBody>
                  <a:tcPr>
                    <a:solidFill>
                      <a:srgbClr val="991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GIR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EA Compliance</a:t>
                      </a:r>
                    </a:p>
                  </a:txBody>
                  <a:tcPr>
                    <a:solidFill>
                      <a:srgbClr val="991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EAC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ASAP</a:t>
                      </a:r>
                    </a:p>
                  </a:txBody>
                  <a:tcPr>
                    <a:solidFill>
                      <a:srgbClr val="991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ASAP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ISR%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#C1F0C8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REL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SEV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4.69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#FFCCCC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SEV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PMI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#D9D9D9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PM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PMI NME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PM (NME)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QC Compliance</a:t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/>
                        <a:t>Legend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QC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Budget $000s</a:t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Score Above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Overtime</a:t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Score Between 3 and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Total Hours</a:t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Score Below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Lead Input</a:t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/>
                        <a:t>Legend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South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ATL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LAX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Florida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KPI Better than 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1" sz="800"/>
                        <a:t>GSE MPR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KPI Worse than 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SOUTH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ATL (M)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LAX (M)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Florida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KPI Not Applicable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SAFETY</a:t>
                      </a:r>
                    </a:p>
                  </a:txBody>
                  <a:tcPr>
                    <a:solidFill>
                      <a:srgbClr val="991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2.60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2.60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Goal Pending for 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 gridSpan="25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CUSTOMER EXPERIENCE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4.36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4.36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4.35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4.32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9530">
                <a:tc gridSpan="25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>OPERATIONS</a:t>
                      </a:r>
                    </a:p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>-</a:t>
                      </a:r>
                    </a:p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>-</a:t>
                      </a:r>
                    </a:p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</a:tr>
              <a:tr h="49530">
                <a:tc gridSpan="25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FINANCE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3.00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3.00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3.00</a:t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</a:tr>
              <a:tr h="49530">
                <a:tc gridSpan="25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PEOPLE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1" sz="800"/>
                        <a:t>TOTAL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3.04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3.04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3.84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3.43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SOUTH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ATL (M)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LAX (M)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Florida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ATL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LAX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Florida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Global Injury Rate</a:t>
                      </a:r>
                    </a:p>
                  </a:txBody>
                  <a:tcPr>
                    <a:solidFill>
                      <a:srgbClr val="991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GIR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EA Compliance</a:t>
                      </a:r>
                    </a:p>
                  </a:txBody>
                  <a:tcPr>
                    <a:solidFill>
                      <a:srgbClr val="991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EAC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ASAP</a:t>
                      </a:r>
                    </a:p>
                  </a:txBody>
                  <a:tcPr>
                    <a:solidFill>
                      <a:srgbClr val="991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ASAP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ISR%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REL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SEV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4.97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4.84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SEV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PMI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PM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PMI NME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PM (NME)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QC Compliance</a:t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QC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Budget $000s</a:t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#C1F0C8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Overtime</a:t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#FFCCCC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Total Hours</a:t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#D9D9D9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Lead Input</a:t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>
                          <a:solidFill>
                            <a:srgbClr val="FF0000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1" sz="800"/>
                        <a:t>GSE MPR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STATIONARY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ATL (S)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DTW (S)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JFK (S)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LAX (S)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LGA (S)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MSP (S)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NY (S)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SAFETY</a:t>
                      </a:r>
                    </a:p>
                  </a:txBody>
                  <a:tcPr>
                    <a:solidFill>
                      <a:srgbClr val="991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2.60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4.20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 gridSpan="25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CUSTOMER EXPERIENCE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3.82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9530">
                <a:tc gridSpan="25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>OPERATIONS</a:t>
                      </a:r>
                    </a:p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>4.20</a:t>
                      </a:r>
                    </a:p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</a:tr>
              <a:tr h="49530">
                <a:tc gridSpan="25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FINANCE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3.00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3.00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3.00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3.00</a:t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</a:tr>
              <a:tr h="49530">
                <a:tc gridSpan="25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PEOPLE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-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1" sz="800"/>
                        <a:t>TOTAL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2.76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2.95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4.35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3.75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3.55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2.95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STATIONARY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ATL (S)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DTW (S)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JFK (S)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LAX (S)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LGA (S)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MSP (S)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NY (S)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STATIONARY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ATL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DTW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JFK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LAX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LGA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MSP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Global Injury Rate</a:t>
                      </a:r>
                    </a:p>
                  </a:txBody>
                  <a:tcPr>
                    <a:solidFill>
                      <a:srgbClr val="991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GIR</a:t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EA Compliance</a:t>
                      </a:r>
                    </a:p>
                  </a:txBody>
                  <a:tcPr>
                    <a:solidFill>
                      <a:srgbClr val="991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EAC</a:t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ASAP</a:t>
                      </a:r>
                    </a:p>
                  </a:txBody>
                  <a:tcPr>
                    <a:solidFill>
                      <a:srgbClr val="991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ASAP</a:t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VOS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2.64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VOS (S)</a:t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PMI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PM (S)</a:t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Critical Jam Rate</a:t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JAMS</a:t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Clear Time</a:t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TIMES</a:t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MBR</a:t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5.08</a:t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6.36</a:t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3.89</a:t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3.89</a:t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3.28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3.89</a:t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3.18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4.56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MBR</a:t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Budget $000s</a:t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Budget</a:t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Overtime</a:t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OT</a:t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Total Hours</a:t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Hours</a:t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Lead Input</a:t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>LIC</a:t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1" sz="800"/>
                        <a:t>GSE MPR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GEM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ATL (G)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DTW (G)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JFK (G)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MSP (G)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SEA (G)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SLC (G)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SAFETY</a:t>
                      </a:r>
                    </a:p>
                  </a:txBody>
                  <a:tcPr>
                    <a:solidFill>
                      <a:srgbClr val="991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3.67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3.67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-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3.67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3.67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-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3.67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 gridSpan="25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CUSTOMER EXPERIENCE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2.34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2.91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4.41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3.91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2.10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4.81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1.35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9530">
                <a:tc gridSpan="25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>OPERATIONS</a:t>
                      </a:r>
                    </a:p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</a:tr>
              <a:tr h="49530">
                <a:tc gridSpan="25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FINANCE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</a:tr>
              <a:tr h="49530">
                <a:tc gridSpan="25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PEOPLE</a:t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1" sz="800"/>
                        <a:t>TOTAL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4.17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4.62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4.47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3.93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4.74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3.71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1" sz="800"/>
                        <a:t/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GEM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ATL (G)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DTW (G)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JFK (G)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MSP (G)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SEA (G)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/>
                        <a:t>SLC (G)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Global Injury Rate</a:t>
                      </a:r>
                    </a:p>
                  </a:txBody>
                  <a:tcPr>
                    <a:solidFill>
                      <a:srgbClr val="991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0</a:t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0</a:t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-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0</a:t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0</a:t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-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0</a:t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ASAP</a:t>
                      </a:r>
                    </a:p>
                  </a:txBody>
                  <a:tcPr>
                    <a:solidFill>
                      <a:srgbClr val="991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TBD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TBD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TBD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TBD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TBD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TBD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TBD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Turn Rate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19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17.10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1.90</a:t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2.30</a:t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53.30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2.10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Productivity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2.39</a:t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3.91</a:t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2.24</a:t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1.79</a:t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2.07</a:t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3.02</a:t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1.49</a:t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QC Pass Rate</a:t>
                      </a:r>
                    </a:p>
                  </a:txBody>
                  <a:tcPr>
                    <a:solidFill>
                      <a:srgbClr val="EAA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0.99</a:t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0.98</a:t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0.99</a:t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1.00</a:t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1</a:t>
                      </a:r>
                    </a:p>
                  </a:txBody>
                  <a:tcPr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Overtime</a:t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Total Hours</a:t>
                      </a:r>
                    </a:p>
                  </a:txBody>
                  <a:tcPr>
                    <a:solidFill>
                      <a:srgbClr val="8F99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  <a:tr h="49530">
                <a:tc>
                  <a:txBody>
                    <a:bodyPr/>
                    <a:lstStyle/>
                    <a:p>
                      <a:r>
                        <a:rPr b="0" sz="800"/>
                        <a:t>Lead Input</a:t>
                      </a:r>
                    </a:p>
                  </a:txBody>
                  <a:tcPr>
                    <a:solidFill>
                      <a:srgbClr val="7D9B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NOT STARTED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NOT STARTED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NOT STARTED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NOT STARTED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NOT STARTED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NOT STARTED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>NOT STARTED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800"/>
                        <a:t/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8776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E9CEC-F229-81AB-A789-5B3ACA1D8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D6B1F67C-5947-0BCC-0A26-195A1AE014D3}"/>
              </a:ext>
            </a:extLst>
          </p:cNvPr>
          <p:cNvSpPr txBox="1"/>
          <p:nvPr/>
        </p:nvSpPr>
        <p:spPr>
          <a:xfrm>
            <a:off x="8408504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Round Robin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DF2203B5-1A2B-8FAA-C9BB-9FE125DF72EF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70B51D-36B9-FFC0-CF36-C4CD8D4734DC}"/>
              </a:ext>
            </a:extLst>
          </p:cNvPr>
          <p:cNvSpPr txBox="1"/>
          <p:nvPr/>
        </p:nvSpPr>
        <p:spPr>
          <a:xfrm>
            <a:off x="167148" y="39333"/>
            <a:ext cx="4368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FINANCE COMMENTS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DE59528-C255-6C42-1767-5407921EA164}"/>
              </a:ext>
            </a:extLst>
          </p:cNvPr>
          <p:cNvCxnSpPr/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54F7999E-055C-6315-76CF-EA24F948547C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71827B-2F2A-EE68-4DA8-45787704595E}"/>
              </a:ext>
            </a:extLst>
          </p:cNvPr>
          <p:cNvSpPr/>
          <p:nvPr/>
        </p:nvSpPr>
        <p:spPr>
          <a:xfrm>
            <a:off x="655163" y="1702352"/>
            <a:ext cx="5265376" cy="1112410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C0A9AF-0ED8-97DD-58B9-DCF45B95F9D5}"/>
              </a:ext>
            </a:extLst>
          </p:cNvPr>
          <p:cNvSpPr/>
          <p:nvPr/>
        </p:nvSpPr>
        <p:spPr>
          <a:xfrm>
            <a:off x="644028" y="1398883"/>
            <a:ext cx="5276088" cy="268834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3E4766-8418-5500-2DCD-367B25524250}"/>
              </a:ext>
            </a:extLst>
          </p:cNvPr>
          <p:cNvSpPr txBox="1"/>
          <p:nvPr/>
        </p:nvSpPr>
        <p:spPr>
          <a:xfrm>
            <a:off x="2065600" y="1415629"/>
            <a:ext cx="21031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 dirty="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Leading Issues</a:t>
            </a:r>
            <a:endParaRPr lang="en-US" sz="1400" spc="600" dirty="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B73700-61E3-DE82-BF53-08291FF02C23}"/>
              </a:ext>
            </a:extLst>
          </p:cNvPr>
          <p:cNvSpPr txBox="1"/>
          <p:nvPr/>
        </p:nvSpPr>
        <p:spPr>
          <a:xfrm>
            <a:off x="748394" y="1722607"/>
            <a:ext cx="517172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</p:txBody>
      </p:sp>
      <p:sp>
        <p:nvSpPr>
          <p:cNvPr id="10" name="Triangle 36">
            <a:extLst>
              <a:ext uri="{FF2B5EF4-FFF2-40B4-BE49-F238E27FC236}">
                <a16:creationId xmlns:a16="http://schemas.microsoft.com/office/drawing/2014/main" id="{80820581-1A0D-6C6B-FCF6-8A891A745082}"/>
              </a:ext>
            </a:extLst>
          </p:cNvPr>
          <p:cNvSpPr/>
          <p:nvPr/>
        </p:nvSpPr>
        <p:spPr>
          <a:xfrm rot="5400000">
            <a:off x="5955718" y="1521003"/>
            <a:ext cx="201419" cy="122871"/>
          </a:xfrm>
          <a:prstGeom prst="triangle">
            <a:avLst/>
          </a:prstGeom>
          <a:solidFill>
            <a:srgbClr val="C01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F2461E-1623-D8E9-241A-491F559904C1}"/>
              </a:ext>
            </a:extLst>
          </p:cNvPr>
          <p:cNvSpPr txBox="1"/>
          <p:nvPr/>
        </p:nvSpPr>
        <p:spPr>
          <a:xfrm>
            <a:off x="6232133" y="1722607"/>
            <a:ext cx="51325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D7E1C2-EE0E-E6D6-8D2F-0545C2F2EF7A}"/>
              </a:ext>
            </a:extLst>
          </p:cNvPr>
          <p:cNvSpPr txBox="1"/>
          <p:nvPr/>
        </p:nvSpPr>
        <p:spPr>
          <a:xfrm>
            <a:off x="655163" y="971221"/>
            <a:ext cx="10788444" cy="369203"/>
          </a:xfrm>
          <a:prstGeom prst="rect">
            <a:avLst/>
          </a:prstGeom>
          <a:solidFill>
            <a:srgbClr val="00336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Budget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09244F-E3AB-B760-06CF-1508DFC23831}"/>
              </a:ext>
            </a:extLst>
          </p:cNvPr>
          <p:cNvSpPr/>
          <p:nvPr/>
        </p:nvSpPr>
        <p:spPr>
          <a:xfrm>
            <a:off x="6178230" y="1702352"/>
            <a:ext cx="5265376" cy="1112410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74EB58B-8118-65B8-E769-CB5BB5221717}"/>
              </a:ext>
            </a:extLst>
          </p:cNvPr>
          <p:cNvSpPr/>
          <p:nvPr/>
        </p:nvSpPr>
        <p:spPr>
          <a:xfrm>
            <a:off x="6169086" y="1398882"/>
            <a:ext cx="5284703" cy="265176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AA4B6F-E710-8449-F476-505E6550C123}"/>
              </a:ext>
            </a:extLst>
          </p:cNvPr>
          <p:cNvSpPr txBox="1"/>
          <p:nvPr/>
        </p:nvSpPr>
        <p:spPr>
          <a:xfrm>
            <a:off x="7920163" y="1421496"/>
            <a:ext cx="2103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 dirty="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Action Plans</a:t>
            </a:r>
            <a:endParaRPr lang="en-US" sz="1400" spc="600" dirty="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799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9650461-84D5-7317-5B03-220CE44AC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FFEA7B96-C78C-1B07-396E-AD8FFB9DFCC3}"/>
              </a:ext>
            </a:extLst>
          </p:cNvPr>
          <p:cNvSpPr txBox="1"/>
          <p:nvPr/>
        </p:nvSpPr>
        <p:spPr>
          <a:xfrm>
            <a:off x="8408504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Round Robin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249B737D-08C4-D145-6934-976B8697A522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1E7351-252A-9E86-04A3-69AC70879420}"/>
              </a:ext>
            </a:extLst>
          </p:cNvPr>
          <p:cNvSpPr txBox="1"/>
          <p:nvPr/>
        </p:nvSpPr>
        <p:spPr>
          <a:xfrm>
            <a:off x="167148" y="39333"/>
            <a:ext cx="4368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FINANCE COMMENTS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ABEDD50-8C42-16AE-5385-D06893DF7494}"/>
              </a:ext>
            </a:extLst>
          </p:cNvPr>
          <p:cNvCxnSpPr/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1F0E9ED4-C570-ED10-5425-E658F013F987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81C8B6-1381-490D-A766-7FD840CFAF01}"/>
              </a:ext>
            </a:extLst>
          </p:cNvPr>
          <p:cNvSpPr/>
          <p:nvPr/>
        </p:nvSpPr>
        <p:spPr>
          <a:xfrm>
            <a:off x="655163" y="1702352"/>
            <a:ext cx="5265376" cy="1998010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22C7EB-5EB9-AC7F-8EE3-36F17E644A77}"/>
              </a:ext>
            </a:extLst>
          </p:cNvPr>
          <p:cNvSpPr/>
          <p:nvPr/>
        </p:nvSpPr>
        <p:spPr>
          <a:xfrm>
            <a:off x="644028" y="1398883"/>
            <a:ext cx="5276088" cy="268834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BC219A-F18F-1A38-9B21-BF28BC62B8E9}"/>
              </a:ext>
            </a:extLst>
          </p:cNvPr>
          <p:cNvSpPr txBox="1"/>
          <p:nvPr/>
        </p:nvSpPr>
        <p:spPr>
          <a:xfrm>
            <a:off x="2065600" y="1415629"/>
            <a:ext cx="21031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 dirty="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Leading Issues</a:t>
            </a:r>
            <a:endParaRPr lang="en-US" sz="1400" spc="600" dirty="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0C7160-EEA6-A47F-CC9D-CE850CFE7F6D}"/>
              </a:ext>
            </a:extLst>
          </p:cNvPr>
          <p:cNvSpPr txBox="1"/>
          <p:nvPr/>
        </p:nvSpPr>
        <p:spPr>
          <a:xfrm>
            <a:off x="748394" y="1722607"/>
            <a:ext cx="517172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  <a:r>
              <a:rPr lang="en-US" sz="1100" dirty="0" err="1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</p:txBody>
      </p:sp>
      <p:sp>
        <p:nvSpPr>
          <p:cNvPr id="10" name="Triangle 36">
            <a:extLst>
              <a:ext uri="{FF2B5EF4-FFF2-40B4-BE49-F238E27FC236}">
                <a16:creationId xmlns:a16="http://schemas.microsoft.com/office/drawing/2014/main" id="{DF1635C9-C7F6-762A-C158-2C0B2EE74570}"/>
              </a:ext>
            </a:extLst>
          </p:cNvPr>
          <p:cNvSpPr/>
          <p:nvPr/>
        </p:nvSpPr>
        <p:spPr>
          <a:xfrm rot="5400000">
            <a:off x="5955718" y="1521003"/>
            <a:ext cx="201419" cy="122871"/>
          </a:xfrm>
          <a:prstGeom prst="triangle">
            <a:avLst/>
          </a:prstGeom>
          <a:solidFill>
            <a:srgbClr val="C01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AACA75-96C7-A8BF-39A6-AFB747C6E9B1}"/>
              </a:ext>
            </a:extLst>
          </p:cNvPr>
          <p:cNvSpPr txBox="1"/>
          <p:nvPr/>
        </p:nvSpPr>
        <p:spPr>
          <a:xfrm>
            <a:off x="6232133" y="1722607"/>
            <a:ext cx="513255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CF272C-D1E3-0920-4CF7-470317D48BD1}"/>
              </a:ext>
            </a:extLst>
          </p:cNvPr>
          <p:cNvSpPr/>
          <p:nvPr/>
        </p:nvSpPr>
        <p:spPr>
          <a:xfrm>
            <a:off x="664028" y="4580216"/>
            <a:ext cx="5256088" cy="1777039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2AEC1E-B7C8-BD6B-E4EE-42B4D6DDA552}"/>
              </a:ext>
            </a:extLst>
          </p:cNvPr>
          <p:cNvSpPr/>
          <p:nvPr/>
        </p:nvSpPr>
        <p:spPr>
          <a:xfrm>
            <a:off x="655163" y="4287634"/>
            <a:ext cx="5276088" cy="274320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FCAE7C-3D51-4914-0BBB-D46EFF0ADE55}"/>
              </a:ext>
            </a:extLst>
          </p:cNvPr>
          <p:cNvSpPr txBox="1"/>
          <p:nvPr/>
        </p:nvSpPr>
        <p:spPr>
          <a:xfrm>
            <a:off x="2241647" y="4293494"/>
            <a:ext cx="21031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 dirty="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/>
            </a:r>
            <a:endParaRPr lang="en-US" sz="1400" spc="600" dirty="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54849C-72C0-3061-CAB9-758C8E726B9C}"/>
              </a:ext>
            </a:extLst>
          </p:cNvPr>
          <p:cNvSpPr txBox="1"/>
          <p:nvPr/>
        </p:nvSpPr>
        <p:spPr>
          <a:xfrm>
            <a:off x="685801" y="4568384"/>
            <a:ext cx="5124190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2F6948-5318-4483-EFE3-B27829C286B3}"/>
              </a:ext>
            </a:extLst>
          </p:cNvPr>
          <p:cNvSpPr/>
          <p:nvPr/>
        </p:nvSpPr>
        <p:spPr>
          <a:xfrm>
            <a:off x="6170808" y="4287634"/>
            <a:ext cx="5276088" cy="274320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2EF966-C9EA-585C-EA58-38FF0F4E38C2}"/>
              </a:ext>
            </a:extLst>
          </p:cNvPr>
          <p:cNvSpPr/>
          <p:nvPr/>
        </p:nvSpPr>
        <p:spPr>
          <a:xfrm>
            <a:off x="6177702" y="4580217"/>
            <a:ext cx="5276088" cy="1777038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20" name="Triangle 36">
            <a:extLst>
              <a:ext uri="{FF2B5EF4-FFF2-40B4-BE49-F238E27FC236}">
                <a16:creationId xmlns:a16="http://schemas.microsoft.com/office/drawing/2014/main" id="{01DA0FB9-5745-2613-6F7B-64207A2D5564}"/>
              </a:ext>
            </a:extLst>
          </p:cNvPr>
          <p:cNvSpPr/>
          <p:nvPr/>
        </p:nvSpPr>
        <p:spPr>
          <a:xfrm rot="5400000">
            <a:off x="5964441" y="4398868"/>
            <a:ext cx="201419" cy="122871"/>
          </a:xfrm>
          <a:prstGeom prst="triangle">
            <a:avLst/>
          </a:prstGeom>
          <a:solidFill>
            <a:srgbClr val="C01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7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2A661D-70D5-1E94-E79B-FC3A7CA9517B}"/>
              </a:ext>
            </a:extLst>
          </p:cNvPr>
          <p:cNvSpPr txBox="1"/>
          <p:nvPr/>
        </p:nvSpPr>
        <p:spPr>
          <a:xfrm>
            <a:off x="6969006" y="4296807"/>
            <a:ext cx="36796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/>
            </a:r>
            <a:endParaRPr lang="en-US" sz="1400" spc="60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9F389F-4968-4D92-C772-386DC0651F86}"/>
              </a:ext>
            </a:extLst>
          </p:cNvPr>
          <p:cNvSpPr txBox="1"/>
          <p:nvPr/>
        </p:nvSpPr>
        <p:spPr>
          <a:xfrm>
            <a:off x="655163" y="971221"/>
            <a:ext cx="10788444" cy="369203"/>
          </a:xfrm>
          <a:prstGeom prst="rect">
            <a:avLst/>
          </a:prstGeom>
          <a:solidFill>
            <a:srgbClr val="00336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Budget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E3EB4B-7ED4-31C1-AD1E-55337CBEAC4D}"/>
              </a:ext>
            </a:extLst>
          </p:cNvPr>
          <p:cNvSpPr txBox="1"/>
          <p:nvPr/>
        </p:nvSpPr>
        <p:spPr>
          <a:xfrm>
            <a:off x="657329" y="3854105"/>
            <a:ext cx="10789920" cy="369332"/>
          </a:xfrm>
          <a:prstGeom prst="rect">
            <a:avLst/>
          </a:prstGeom>
          <a:solidFill>
            <a:srgbClr val="00336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520F3F-51ED-74D8-5DE9-21559DDBC9F0}"/>
              </a:ext>
            </a:extLst>
          </p:cNvPr>
          <p:cNvSpPr/>
          <p:nvPr/>
        </p:nvSpPr>
        <p:spPr>
          <a:xfrm>
            <a:off x="6178230" y="1702352"/>
            <a:ext cx="5265376" cy="1998010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3AF0FC-6DA9-317C-36EE-C0A8248E21A7}"/>
              </a:ext>
            </a:extLst>
          </p:cNvPr>
          <p:cNvSpPr/>
          <p:nvPr/>
        </p:nvSpPr>
        <p:spPr>
          <a:xfrm>
            <a:off x="6169086" y="1398882"/>
            <a:ext cx="5284703" cy="265176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F54854-1A8D-CE79-A80B-6F07CA9FE03C}"/>
              </a:ext>
            </a:extLst>
          </p:cNvPr>
          <p:cNvSpPr txBox="1"/>
          <p:nvPr/>
        </p:nvSpPr>
        <p:spPr>
          <a:xfrm>
            <a:off x="7920163" y="1421496"/>
            <a:ext cx="2103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 dirty="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Action Plans</a:t>
            </a:r>
            <a:endParaRPr lang="en-US" sz="1400" spc="600" dirty="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632EFA-3336-CB47-0CE1-25B06E5378C4}"/>
              </a:ext>
            </a:extLst>
          </p:cNvPr>
          <p:cNvSpPr txBox="1"/>
          <p:nvPr/>
        </p:nvSpPr>
        <p:spPr>
          <a:xfrm>
            <a:off x="6232131" y="4591071"/>
            <a:ext cx="5274067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FAFB4B-4757-18AC-5A43-126F3E1F9453}"/>
              </a:ext>
            </a:extLst>
          </p:cNvPr>
          <p:cNvSpPr/>
          <p:nvPr/>
        </p:nvSpPr>
        <p:spPr>
          <a:xfrm>
            <a:off x="3860900" y="111141"/>
            <a:ext cx="3842578" cy="53095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UPDATE NEEDED</a:t>
            </a:r>
          </a:p>
        </p:txBody>
      </p:sp>
    </p:spTree>
    <p:extLst>
      <p:ext uri="{BB962C8B-B14F-4D97-AF65-F5344CB8AC3E}">
        <p14:creationId xmlns:p14="http://schemas.microsoft.com/office/powerpoint/2010/main" val="959742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455A3-F736-4D72-5653-E0A1F1253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Triangle 2">
            <a:extLst>
              <a:ext uri="{FF2B5EF4-FFF2-40B4-BE49-F238E27FC236}">
                <a16:creationId xmlns:a16="http://schemas.microsoft.com/office/drawing/2014/main" id="{D4014C0D-2E54-7CC8-0F82-31EE53320141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8970C5-FFA3-0EBB-D7BB-5F6AF51E204C}"/>
              </a:ext>
            </a:extLst>
          </p:cNvPr>
          <p:cNvSpPr txBox="1"/>
          <p:nvPr/>
        </p:nvSpPr>
        <p:spPr>
          <a:xfrm>
            <a:off x="8431278" y="149086"/>
            <a:ext cx="3419346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Round Robin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9C1D8939-FE84-5185-8265-0D97B97845AD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Customer Experience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9EA20F-1F63-E0F3-3501-D4AD58FDD755}"/>
              </a:ext>
            </a:extLst>
          </p:cNvPr>
          <p:cNvSpPr txBox="1"/>
          <p:nvPr/>
        </p:nvSpPr>
        <p:spPr>
          <a:xfrm>
            <a:off x="167148" y="39333"/>
            <a:ext cx="2926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PMI COMPLIANCE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EA662EF-9266-B886-3829-9A5A85BA5C7C}"/>
              </a:ext>
            </a:extLst>
          </p:cNvPr>
          <p:cNvCxnSpPr/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D5516AF1-9DD1-758E-4567-91FD47BDEA18}"/>
              </a:ext>
            </a:extLst>
          </p:cNvPr>
          <p:cNvSpPr/>
          <p:nvPr/>
        </p:nvSpPr>
        <p:spPr>
          <a:xfrm>
            <a:off x="8421753" y="1381173"/>
            <a:ext cx="3578087" cy="1554480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096A8B-9109-A036-0B95-C7FE6715F984}"/>
              </a:ext>
            </a:extLst>
          </p:cNvPr>
          <p:cNvSpPr/>
          <p:nvPr/>
        </p:nvSpPr>
        <p:spPr>
          <a:xfrm>
            <a:off x="8413030" y="1088590"/>
            <a:ext cx="3600150" cy="274320"/>
          </a:xfrm>
          <a:prstGeom prst="rect">
            <a:avLst/>
          </a:prstGeom>
          <a:solidFill>
            <a:srgbClr val="C01933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C0619F-474A-5E88-881B-189FF36E0A9B}"/>
              </a:ext>
            </a:extLst>
          </p:cNvPr>
          <p:cNvSpPr txBox="1"/>
          <p:nvPr/>
        </p:nvSpPr>
        <p:spPr>
          <a:xfrm>
            <a:off x="9044428" y="1094450"/>
            <a:ext cx="21031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Leading Issues</a:t>
            </a:r>
            <a:endParaRPr lang="en-US" sz="1400" spc="60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EBE928-54C8-B145-BDA9-79EE4DC56E9B}"/>
              </a:ext>
            </a:extLst>
          </p:cNvPr>
          <p:cNvSpPr/>
          <p:nvPr/>
        </p:nvSpPr>
        <p:spPr>
          <a:xfrm>
            <a:off x="8431278" y="3467148"/>
            <a:ext cx="3578087" cy="1554480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4EC6D2-430B-4368-A2E6-3BA35CE97199}"/>
              </a:ext>
            </a:extLst>
          </p:cNvPr>
          <p:cNvSpPr/>
          <p:nvPr/>
        </p:nvSpPr>
        <p:spPr>
          <a:xfrm>
            <a:off x="8422555" y="3174565"/>
            <a:ext cx="3600150" cy="274320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678035-DFE5-F95E-57AC-FB085C082647}"/>
              </a:ext>
            </a:extLst>
          </p:cNvPr>
          <p:cNvSpPr txBox="1"/>
          <p:nvPr/>
        </p:nvSpPr>
        <p:spPr>
          <a:xfrm>
            <a:off x="9053953" y="3180425"/>
            <a:ext cx="2103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Action Plans</a:t>
            </a:r>
            <a:endParaRPr lang="en-US" sz="1400" spc="60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14" name="Triangle 36">
            <a:extLst>
              <a:ext uri="{FF2B5EF4-FFF2-40B4-BE49-F238E27FC236}">
                <a16:creationId xmlns:a16="http://schemas.microsoft.com/office/drawing/2014/main" id="{E2414483-23A4-C6A2-6EE5-386351E7DC6F}"/>
              </a:ext>
            </a:extLst>
          </p:cNvPr>
          <p:cNvSpPr/>
          <p:nvPr/>
        </p:nvSpPr>
        <p:spPr>
          <a:xfrm rot="10800000">
            <a:off x="10158595" y="2980999"/>
            <a:ext cx="201419" cy="122871"/>
          </a:xfrm>
          <a:prstGeom prst="triangle">
            <a:avLst/>
          </a:prstGeom>
          <a:solidFill>
            <a:srgbClr val="C01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77"/>
            </a:endParaRPr>
          </a:p>
        </p:txBody>
      </p:sp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BB0F8203-01EF-6F94-FF88-9D6B611673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4874848"/>
              </p:ext>
            </p:extLst>
          </p:nvPr>
        </p:nvGraphicFramePr>
        <p:xfrm>
          <a:off x="1331718" y="5353707"/>
          <a:ext cx="4392295" cy="1353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BC71E4C4-F371-439B-9FBD-62F1F2BDDC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3218179"/>
              </p:ext>
            </p:extLst>
          </p:nvPr>
        </p:nvGraphicFramePr>
        <p:xfrm>
          <a:off x="5706868" y="5289350"/>
          <a:ext cx="4389120" cy="13553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C770CBE-1C0D-E4DC-D547-30C2C1C6D071}"/>
              </a:ext>
            </a:extLst>
          </p:cNvPr>
          <p:cNvSpPr txBox="1"/>
          <p:nvPr/>
        </p:nvSpPr>
        <p:spPr>
          <a:xfrm>
            <a:off x="8431277" y="1386378"/>
            <a:ext cx="3578087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0"/>
                <a:ea typeface="Montserrat Light" charset="0"/>
                <a:cs typeface="Montserrat Light" charset="0"/>
              </a:rPr>
              <a:t>ATL (M) - OOS volume has steadily increased and PMs are not able to be removed from service. Also, the induction of new equipment has taken manpower from our normal operations.</a:t>
            </a:r>
            <a:r>
              <a:rPr lang="en-US" sz="1100" dirty="0">
                <a:solidFill>
                  <a:srgbClr val="003366"/>
                </a:solidFill>
                <a:latin typeface="Lato" panose="020F0502020204030203" pitchFamily="34" charset="0"/>
              </a:rPr>
              <a:t/>
            </a:r>
            <a:endParaRPr lang="en-US" sz="1100" dirty="0">
              <a:solidFill>
                <a:srgbClr val="003366"/>
              </a:solidFill>
              <a:latin typeface="Lato" panose="020F0502020204030203" pitchFamily="34" charset="0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0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0"/>
                <a:ea typeface="Montserrat Light" charset="0"/>
                <a:cs typeface="Montserrat Light" charset="0"/>
              </a:rPr>
              <a:t>DTW (M) - Lack of staffing and production to complete PMIs, missing 125 work orders.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7C6C46-57F7-8B59-9BEE-6683D87E3525}"/>
              </a:ext>
            </a:extLst>
          </p:cNvPr>
          <p:cNvSpPr txBox="1"/>
          <p:nvPr/>
        </p:nvSpPr>
        <p:spPr>
          <a:xfrm>
            <a:off x="8431277" y="3467148"/>
            <a:ext cx="3578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>DTW (M) - 30 past due PMs have been completed MTD</a:t>
            </a:r>
          </a:p>
        </p:txBody>
      </p:sp>
    </p:spTree>
    <p:extLst>
      <p:ext uri="{BB962C8B-B14F-4D97-AF65-F5344CB8AC3E}">
        <p14:creationId xmlns:p14="http://schemas.microsoft.com/office/powerpoint/2010/main" val="2983669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FE91B-4B9A-768D-D933-7AAC95225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Triangle 2">
            <a:extLst>
              <a:ext uri="{FF2B5EF4-FFF2-40B4-BE49-F238E27FC236}">
                <a16:creationId xmlns:a16="http://schemas.microsoft.com/office/drawing/2014/main" id="{B5624C2A-07DD-E9B6-3244-EAA315D0E09D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82F475-14A4-06CA-3A5E-05AD1EEA91C0}"/>
              </a:ext>
            </a:extLst>
          </p:cNvPr>
          <p:cNvSpPr txBox="1"/>
          <p:nvPr/>
        </p:nvSpPr>
        <p:spPr>
          <a:xfrm>
            <a:off x="8604504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Round Robin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BB4BFAA2-602B-3DC2-4342-0B16258749D9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Customer Experience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E60CB1-CCDF-9B7E-7A66-91C7F6186119}"/>
              </a:ext>
            </a:extLst>
          </p:cNvPr>
          <p:cNvSpPr txBox="1"/>
          <p:nvPr/>
        </p:nvSpPr>
        <p:spPr>
          <a:xfrm>
            <a:off x="167148" y="39333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ISR MOTORIZED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95A25E7-6839-1A77-0711-DC79CA6A4903}"/>
              </a:ext>
            </a:extLst>
          </p:cNvPr>
          <p:cNvCxnSpPr/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E68FA85-0E0E-12C8-6098-8226AD3B0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35" y="6353338"/>
            <a:ext cx="1581371" cy="362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93A8866-771F-8F72-03C9-3F42088ED9BD}"/>
              </a:ext>
            </a:extLst>
          </p:cNvPr>
          <p:cNvSpPr/>
          <p:nvPr/>
        </p:nvSpPr>
        <p:spPr>
          <a:xfrm>
            <a:off x="8421753" y="1359394"/>
            <a:ext cx="3578087" cy="1856060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23D95E-BE0B-D43A-2556-47390DF621C9}"/>
              </a:ext>
            </a:extLst>
          </p:cNvPr>
          <p:cNvSpPr/>
          <p:nvPr/>
        </p:nvSpPr>
        <p:spPr>
          <a:xfrm>
            <a:off x="8413030" y="1062804"/>
            <a:ext cx="3600150" cy="274320"/>
          </a:xfrm>
          <a:prstGeom prst="rect">
            <a:avLst/>
          </a:prstGeom>
          <a:solidFill>
            <a:srgbClr val="C01933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4A69A6-2BA4-6054-FBDB-ABE6F3239839}"/>
              </a:ext>
            </a:extLst>
          </p:cNvPr>
          <p:cNvSpPr txBox="1"/>
          <p:nvPr/>
        </p:nvSpPr>
        <p:spPr>
          <a:xfrm>
            <a:off x="9044428" y="1072671"/>
            <a:ext cx="21031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Leading Issues</a:t>
            </a:r>
            <a:endParaRPr lang="en-US" sz="1400" spc="60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F2D48C-0D1F-BAAB-7439-289E040B8E7C}"/>
              </a:ext>
            </a:extLst>
          </p:cNvPr>
          <p:cNvSpPr/>
          <p:nvPr/>
        </p:nvSpPr>
        <p:spPr>
          <a:xfrm>
            <a:off x="8431278" y="3784730"/>
            <a:ext cx="3578087" cy="2206005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D96217-53C2-636A-D9B7-03A17BBE766D}"/>
              </a:ext>
            </a:extLst>
          </p:cNvPr>
          <p:cNvSpPr/>
          <p:nvPr/>
        </p:nvSpPr>
        <p:spPr>
          <a:xfrm>
            <a:off x="8422555" y="3492148"/>
            <a:ext cx="3600150" cy="274320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DDEEFD-4993-1616-11E2-B53F403A8236}"/>
              </a:ext>
            </a:extLst>
          </p:cNvPr>
          <p:cNvSpPr txBox="1"/>
          <p:nvPr/>
        </p:nvSpPr>
        <p:spPr>
          <a:xfrm>
            <a:off x="9053953" y="3498008"/>
            <a:ext cx="2103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Action Plans</a:t>
            </a:r>
            <a:endParaRPr lang="en-US" sz="1400" spc="60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19" name="Triangle 36">
            <a:extLst>
              <a:ext uri="{FF2B5EF4-FFF2-40B4-BE49-F238E27FC236}">
                <a16:creationId xmlns:a16="http://schemas.microsoft.com/office/drawing/2014/main" id="{B61DDA80-1325-7043-138C-E5DA03BAAA92}"/>
              </a:ext>
            </a:extLst>
          </p:cNvPr>
          <p:cNvSpPr/>
          <p:nvPr/>
        </p:nvSpPr>
        <p:spPr>
          <a:xfrm rot="10800000">
            <a:off x="10158595" y="3298582"/>
            <a:ext cx="201419" cy="122871"/>
          </a:xfrm>
          <a:prstGeom prst="triangle">
            <a:avLst/>
          </a:prstGeom>
          <a:solidFill>
            <a:srgbClr val="C01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00C434-CCE5-1608-4032-A2FCA72845C0}"/>
              </a:ext>
            </a:extLst>
          </p:cNvPr>
          <p:cNvSpPr txBox="1"/>
          <p:nvPr/>
        </p:nvSpPr>
        <p:spPr>
          <a:xfrm>
            <a:off x="8431278" y="1365253"/>
            <a:ext cx="35685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BD70F2A7-026B-4263-A081-B6CA17136B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2759427"/>
              </p:ext>
            </p:extLst>
          </p:nvPr>
        </p:nvGraphicFramePr>
        <p:xfrm>
          <a:off x="372129" y="4299857"/>
          <a:ext cx="4167214" cy="17945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62412AE6-0AEB-4243-8A22-DEED1CC46A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2912124"/>
              </p:ext>
            </p:extLst>
          </p:nvPr>
        </p:nvGraphicFramePr>
        <p:xfrm>
          <a:off x="4647937" y="4299857"/>
          <a:ext cx="3576773" cy="17922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D04BB2E-3E67-BB58-2C1F-E8465BB68C46}"/>
              </a:ext>
            </a:extLst>
          </p:cNvPr>
          <p:cNvSpPr txBox="1"/>
          <p:nvPr/>
        </p:nvSpPr>
        <p:spPr>
          <a:xfrm>
            <a:off x="8431277" y="1386378"/>
            <a:ext cx="357808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>BOS (M) - Container loaders (RCL); Region Demand vs Inventory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>DTW (M) - Started the month behind but were able to make gains with additional help.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>Florida - Change over and new region setup contributed to missing or unactioned data; multiple units post PMI needed additional attention, due to abuse and overall age/condition.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DF4108-2771-9BB7-0328-7E91192AEDD8}"/>
              </a:ext>
            </a:extLst>
          </p:cNvPr>
          <p:cNvSpPr txBox="1"/>
          <p:nvPr/>
        </p:nvSpPr>
        <p:spPr>
          <a:xfrm>
            <a:off x="8421753" y="3781887"/>
            <a:ext cx="357808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>BOS (M) - Continue to focus as much manpower as possible on container loader; get assistance from performance team to adjust numbers.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>DTW (M) - We are balancing resources for training and production to ensure individual levels are met.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>Florida - Working with GSE Performance and GSE Asset teams, on verifying and reporting discrepancies immediately; prioritizing PMIs over breakdowns in conjunction with operational demands.</a:t>
            </a:r>
          </a:p>
        </p:txBody>
      </p:sp>
    </p:spTree>
    <p:extLst>
      <p:ext uri="{BB962C8B-B14F-4D97-AF65-F5344CB8AC3E}">
        <p14:creationId xmlns:p14="http://schemas.microsoft.com/office/powerpoint/2010/main" val="530502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D7E28-D642-27DB-1E78-48845FE20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3279E42B-889A-2F61-0ACE-A1292B497883}"/>
              </a:ext>
            </a:extLst>
          </p:cNvPr>
          <p:cNvSpPr txBox="1"/>
          <p:nvPr/>
        </p:nvSpPr>
        <p:spPr>
          <a:xfrm>
            <a:off x="8408504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Round Robin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8FCEAC28-2E8A-1852-3CAF-AC10FFBB7E86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439E20-19ED-59AB-3E1E-24D1E412BEAC}"/>
              </a:ext>
            </a:extLst>
          </p:cNvPr>
          <p:cNvSpPr txBox="1"/>
          <p:nvPr/>
        </p:nvSpPr>
        <p:spPr>
          <a:xfrm>
            <a:off x="167148" y="39333"/>
            <a:ext cx="4368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ISR COMMENTS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C17E8F4-F264-F83F-1C4D-949E1C6B7861}"/>
              </a:ext>
            </a:extLst>
          </p:cNvPr>
          <p:cNvCxnSpPr/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E058CD58-91EF-1F6C-807F-2F76AFDD3FF2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F78224-6642-93D6-1CE0-FA32B56CC941}"/>
              </a:ext>
            </a:extLst>
          </p:cNvPr>
          <p:cNvSpPr/>
          <p:nvPr/>
        </p:nvSpPr>
        <p:spPr>
          <a:xfrm>
            <a:off x="655163" y="1702352"/>
            <a:ext cx="5265376" cy="1581537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B41AB3-BDEE-8316-2C3A-FCC23BA605EF}"/>
              </a:ext>
            </a:extLst>
          </p:cNvPr>
          <p:cNvSpPr/>
          <p:nvPr/>
        </p:nvSpPr>
        <p:spPr>
          <a:xfrm>
            <a:off x="644028" y="1398883"/>
            <a:ext cx="5276088" cy="268834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8BDB30-379E-F1E5-F756-D0364EC134A1}"/>
              </a:ext>
            </a:extLst>
          </p:cNvPr>
          <p:cNvSpPr txBox="1"/>
          <p:nvPr/>
        </p:nvSpPr>
        <p:spPr>
          <a:xfrm>
            <a:off x="2065600" y="1415629"/>
            <a:ext cx="21031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 dirty="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Leading Issues</a:t>
            </a:r>
            <a:endParaRPr lang="en-US" sz="1400" spc="600" dirty="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2AB07D-F720-2CAE-15B6-B00271248C95}"/>
              </a:ext>
            </a:extLst>
          </p:cNvPr>
          <p:cNvSpPr txBox="1"/>
          <p:nvPr/>
        </p:nvSpPr>
        <p:spPr>
          <a:xfrm>
            <a:off x="655162" y="1689949"/>
            <a:ext cx="5264953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</p:txBody>
      </p:sp>
      <p:sp>
        <p:nvSpPr>
          <p:cNvPr id="10" name="Triangle 36">
            <a:extLst>
              <a:ext uri="{FF2B5EF4-FFF2-40B4-BE49-F238E27FC236}">
                <a16:creationId xmlns:a16="http://schemas.microsoft.com/office/drawing/2014/main" id="{C40367F1-85F6-9957-3DC5-75F7AF56D129}"/>
              </a:ext>
            </a:extLst>
          </p:cNvPr>
          <p:cNvSpPr/>
          <p:nvPr/>
        </p:nvSpPr>
        <p:spPr>
          <a:xfrm rot="5400000">
            <a:off x="5955718" y="1521003"/>
            <a:ext cx="201419" cy="122871"/>
          </a:xfrm>
          <a:prstGeom prst="triangle">
            <a:avLst/>
          </a:prstGeom>
          <a:solidFill>
            <a:srgbClr val="C01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7B7274-239C-9F38-F5DD-8DED60E312CB}"/>
              </a:ext>
            </a:extLst>
          </p:cNvPr>
          <p:cNvSpPr txBox="1"/>
          <p:nvPr/>
        </p:nvSpPr>
        <p:spPr>
          <a:xfrm>
            <a:off x="6232133" y="1722607"/>
            <a:ext cx="513255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E867AD-5121-CE68-0B1F-395BDC6A1DF5}"/>
              </a:ext>
            </a:extLst>
          </p:cNvPr>
          <p:cNvSpPr txBox="1"/>
          <p:nvPr/>
        </p:nvSpPr>
        <p:spPr>
          <a:xfrm>
            <a:off x="655163" y="971221"/>
            <a:ext cx="10788444" cy="369203"/>
          </a:xfrm>
          <a:prstGeom prst="rect">
            <a:avLst/>
          </a:prstGeom>
          <a:solidFill>
            <a:srgbClr val="00336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Budget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2D80F8D-3406-2B62-7667-F142687BD391}"/>
              </a:ext>
            </a:extLst>
          </p:cNvPr>
          <p:cNvSpPr/>
          <p:nvPr/>
        </p:nvSpPr>
        <p:spPr>
          <a:xfrm>
            <a:off x="6178230" y="1702352"/>
            <a:ext cx="5265376" cy="1581537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F01371-64AD-721A-D137-58EF2A1BE291}"/>
              </a:ext>
            </a:extLst>
          </p:cNvPr>
          <p:cNvSpPr/>
          <p:nvPr/>
        </p:nvSpPr>
        <p:spPr>
          <a:xfrm>
            <a:off x="6169086" y="1398882"/>
            <a:ext cx="5284703" cy="265176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722849-58FD-9730-E5A9-2A791BBDCA25}"/>
              </a:ext>
            </a:extLst>
          </p:cNvPr>
          <p:cNvSpPr txBox="1"/>
          <p:nvPr/>
        </p:nvSpPr>
        <p:spPr>
          <a:xfrm>
            <a:off x="7920163" y="1421496"/>
            <a:ext cx="2103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 dirty="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Action Plans</a:t>
            </a:r>
            <a:endParaRPr lang="en-US" sz="1400" spc="600" dirty="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417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61510-43F8-AD45-E2EB-D37F24CA1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C500268-2F14-8CAE-6CD0-CFF1048FEB7C}"/>
              </a:ext>
            </a:extLst>
          </p:cNvPr>
          <p:cNvSpPr txBox="1"/>
          <p:nvPr/>
        </p:nvSpPr>
        <p:spPr>
          <a:xfrm>
            <a:off x="167148" y="39333"/>
            <a:ext cx="384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North Scorecard Summary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6CF489C-3925-4394-9795-00C06B072F9C}"/>
              </a:ext>
            </a:extLst>
          </p:cNvPr>
          <p:cNvCxnSpPr>
            <a:cxnSpLocks/>
          </p:cNvCxnSpPr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0574CAF-D57A-E8EB-1D3B-C1F4FAFE5378}"/>
              </a:ext>
            </a:extLst>
          </p:cNvPr>
          <p:cNvSpPr txBox="1"/>
          <p:nvPr/>
        </p:nvSpPr>
        <p:spPr>
          <a:xfrm>
            <a:off x="8607287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Paul Remillard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7CC65E1C-6E25-FAE2-E877-6948A3CA910A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Monthly Performance North</a:t>
            </a:r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F7E17438-C6B8-D8A5-0262-5A304365A192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312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0EFE-5EDF-223C-8943-06C8D1016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F231AFF-401D-FE02-6DE9-B23B5E6410D8}"/>
              </a:ext>
            </a:extLst>
          </p:cNvPr>
          <p:cNvCxnSpPr>
            <a:cxnSpLocks/>
          </p:cNvCxnSpPr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AF6B007-6D01-73CA-D7EF-8FEA509C6617}"/>
              </a:ext>
            </a:extLst>
          </p:cNvPr>
          <p:cNvSpPr txBox="1"/>
          <p:nvPr/>
        </p:nvSpPr>
        <p:spPr>
          <a:xfrm>
            <a:off x="8607287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Paul Remillard 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684FBD70-64F6-1AD1-C362-846707E60EE0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Monthly Performance North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5AF032-F304-1207-A82F-B15A86BEAB9B}"/>
              </a:ext>
            </a:extLst>
          </p:cNvPr>
          <p:cNvSpPr txBox="1"/>
          <p:nvPr/>
        </p:nvSpPr>
        <p:spPr>
          <a:xfrm>
            <a:off x="167148" y="39333"/>
            <a:ext cx="420624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North Scorecard Comparison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7FB99FCC-383C-05D6-255B-C0140C4D083D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208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7AA17-1EC8-AA28-46F8-C7FDF2097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84FEFCA-4219-5C7E-AE19-2295D0E08760}"/>
              </a:ext>
            </a:extLst>
          </p:cNvPr>
          <p:cNvCxnSpPr>
            <a:cxnSpLocks/>
          </p:cNvCxnSpPr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C360E4-3194-5C08-CE59-6088D383D2E1}"/>
              </a:ext>
            </a:extLst>
          </p:cNvPr>
          <p:cNvSpPr txBox="1"/>
          <p:nvPr/>
        </p:nvSpPr>
        <p:spPr>
          <a:xfrm>
            <a:off x="8607287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Mike Maier</a:t>
            </a:r>
          </a:p>
        </p:txBody>
      </p:sp>
      <p:sp>
        <p:nvSpPr>
          <p:cNvPr id="8" name="Flowchart: Off-page Connector 7">
            <a:extLst>
              <a:ext uri="{FF2B5EF4-FFF2-40B4-BE49-F238E27FC236}">
                <a16:creationId xmlns:a16="http://schemas.microsoft.com/office/drawing/2014/main" id="{4EC6D9D0-28FA-41A0-DDEC-5B02B11C74E6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Monthly Performance South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3A9AA9-D805-AB7D-1819-DEC9C3C40679}"/>
              </a:ext>
            </a:extLst>
          </p:cNvPr>
          <p:cNvSpPr txBox="1"/>
          <p:nvPr/>
        </p:nvSpPr>
        <p:spPr>
          <a:xfrm>
            <a:off x="167148" y="39333"/>
            <a:ext cx="393192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South Scorecard Summary</a:t>
            </a: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7BDAE3F4-D4EC-7C75-28E1-C1AAAD3BC451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37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9186-D89A-3157-FDF7-6940A8111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1F93E5-3D06-4D74-6B11-144C01345A6D}"/>
              </a:ext>
            </a:extLst>
          </p:cNvPr>
          <p:cNvCxnSpPr>
            <a:cxnSpLocks/>
          </p:cNvCxnSpPr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90D1367-4CDA-AA52-AED3-CC180F0EACF4}"/>
              </a:ext>
            </a:extLst>
          </p:cNvPr>
          <p:cNvSpPr txBox="1"/>
          <p:nvPr/>
        </p:nvSpPr>
        <p:spPr>
          <a:xfrm>
            <a:off x="8607287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Mike Maier 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72575EB7-258F-B560-44D7-955649C5F7AC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Monthly Performance South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B4B22E-228A-B28A-0C7B-746BE6DC888D}"/>
              </a:ext>
            </a:extLst>
          </p:cNvPr>
          <p:cNvSpPr txBox="1"/>
          <p:nvPr/>
        </p:nvSpPr>
        <p:spPr>
          <a:xfrm>
            <a:off x="167148" y="39333"/>
            <a:ext cx="420624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South Scorecard Comparison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4145FD53-2EBE-FF38-659E-1705B3AA60DD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749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EDE96-02E8-32AE-5197-D3A5A5B5A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985DE8D-E99E-7C26-C234-7B886A300ABD}"/>
              </a:ext>
            </a:extLst>
          </p:cNvPr>
          <p:cNvSpPr txBox="1"/>
          <p:nvPr/>
        </p:nvSpPr>
        <p:spPr>
          <a:xfrm>
            <a:off x="167148" y="39333"/>
            <a:ext cx="475488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Stationary Scorecard Summary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0DC8E49-DF25-BB5C-9317-46877608147B}"/>
              </a:ext>
            </a:extLst>
          </p:cNvPr>
          <p:cNvCxnSpPr>
            <a:cxnSpLocks/>
          </p:cNvCxnSpPr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52DFC05-8F17-3B47-C070-93FB911888E0}"/>
              </a:ext>
            </a:extLst>
          </p:cNvPr>
          <p:cNvSpPr txBox="1"/>
          <p:nvPr/>
        </p:nvSpPr>
        <p:spPr>
          <a:xfrm>
            <a:off x="8607287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Jeff Madere</a:t>
            </a:r>
          </a:p>
        </p:txBody>
      </p:sp>
      <p:sp>
        <p:nvSpPr>
          <p:cNvPr id="7" name="Flowchart: Off-page Connector 6">
            <a:extLst>
              <a:ext uri="{FF2B5EF4-FFF2-40B4-BE49-F238E27FC236}">
                <a16:creationId xmlns:a16="http://schemas.microsoft.com/office/drawing/2014/main" id="{A1E8EF83-ACF5-A47E-A5A5-39C16B3551DA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Monthly Performance Stationary</a:t>
            </a:r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B6A95680-33A5-1BA1-256D-87E8DE56321D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54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66FF3-898D-7EA3-AF7C-B434BB6C3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0E06DD-4AEB-62B0-D1C8-B2BD86A763C7}"/>
              </a:ext>
            </a:extLst>
          </p:cNvPr>
          <p:cNvCxnSpPr>
            <a:cxnSpLocks/>
          </p:cNvCxnSpPr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E8720FD-B1DF-3050-1EEA-0191C1A1081C}"/>
              </a:ext>
            </a:extLst>
          </p:cNvPr>
          <p:cNvSpPr txBox="1"/>
          <p:nvPr/>
        </p:nvSpPr>
        <p:spPr>
          <a:xfrm>
            <a:off x="8607287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Jeff Madere 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9C08C2A3-2AAF-47B0-8DF2-DBB0EBFC6952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Monthly Performance Stationary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BF0B91-3C47-9080-6CC2-742D9BAB84E0}"/>
              </a:ext>
            </a:extLst>
          </p:cNvPr>
          <p:cNvSpPr txBox="1"/>
          <p:nvPr/>
        </p:nvSpPr>
        <p:spPr>
          <a:xfrm>
            <a:off x="167148" y="39333"/>
            <a:ext cx="475488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Stationary Scorecard Comparison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E54F8367-D24C-046D-9F37-650377AE42FF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04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F7FF5-36CE-6993-38ED-9A0FDBA7D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1B37E332-2809-EFB1-B312-3A79F0645D35}"/>
              </a:ext>
            </a:extLst>
          </p:cNvPr>
          <p:cNvSpPr txBox="1"/>
          <p:nvPr/>
        </p:nvSpPr>
        <p:spPr>
          <a:xfrm>
            <a:off x="8153400" y="149087"/>
            <a:ext cx="3497251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R. Decker, C. Scott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C9B8608E-D06F-1B74-2B82-2B9E59DCD978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Operations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B8FF86-3597-B6B3-F412-29B0CCD1EA7F}"/>
              </a:ext>
            </a:extLst>
          </p:cNvPr>
          <p:cNvSpPr txBox="1"/>
          <p:nvPr/>
        </p:nvSpPr>
        <p:spPr>
          <a:xfrm>
            <a:off x="167147" y="39333"/>
            <a:ext cx="5762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CRITICAL JAM RATE / CLEAR TIME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5FDC611-489F-3760-26C1-E656E6CB4947}"/>
              </a:ext>
            </a:extLst>
          </p:cNvPr>
          <p:cNvCxnSpPr/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A49AA062-114D-342F-2D1C-D301A2870119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C43ED21-10A0-96BE-2100-403573EBAB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2837812"/>
              </p:ext>
            </p:extLst>
          </p:nvPr>
        </p:nvGraphicFramePr>
        <p:xfrm>
          <a:off x="314628" y="4019599"/>
          <a:ext cx="4050543" cy="22504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E53D7018-EEC1-5626-5ADA-9F70F109C6A5}"/>
              </a:ext>
            </a:extLst>
          </p:cNvPr>
          <p:cNvSpPr/>
          <p:nvPr/>
        </p:nvSpPr>
        <p:spPr>
          <a:xfrm>
            <a:off x="8641176" y="1206989"/>
            <a:ext cx="3345697" cy="2365469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CC70FB-FF54-128F-FED5-7ACC1C8DD28F}"/>
              </a:ext>
            </a:extLst>
          </p:cNvPr>
          <p:cNvSpPr/>
          <p:nvPr/>
        </p:nvSpPr>
        <p:spPr>
          <a:xfrm>
            <a:off x="8646852" y="910400"/>
            <a:ext cx="3345697" cy="261610"/>
          </a:xfrm>
          <a:prstGeom prst="rect">
            <a:avLst/>
          </a:prstGeom>
          <a:solidFill>
            <a:srgbClr val="C01933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5F987A-A7AC-99C0-7EB5-97EA5E83715A}"/>
              </a:ext>
            </a:extLst>
          </p:cNvPr>
          <p:cNvSpPr txBox="1"/>
          <p:nvPr/>
        </p:nvSpPr>
        <p:spPr>
          <a:xfrm>
            <a:off x="8656377" y="920267"/>
            <a:ext cx="33456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 dirty="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Leading Issues</a:t>
            </a:r>
            <a:endParaRPr lang="en-US" sz="1400" spc="600" dirty="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8754D1-4F11-51B7-DD83-01A6463FC7A0}"/>
              </a:ext>
            </a:extLst>
          </p:cNvPr>
          <p:cNvSpPr/>
          <p:nvPr/>
        </p:nvSpPr>
        <p:spPr>
          <a:xfrm>
            <a:off x="8641176" y="4173012"/>
            <a:ext cx="3345697" cy="1502007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59CB36-3839-A690-948B-5D6B4BC7A574}"/>
              </a:ext>
            </a:extLst>
          </p:cNvPr>
          <p:cNvSpPr/>
          <p:nvPr/>
        </p:nvSpPr>
        <p:spPr>
          <a:xfrm>
            <a:off x="8641176" y="3880430"/>
            <a:ext cx="3366327" cy="274320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C79EC7-81C5-BEB6-3AD3-2E078E483D94}"/>
              </a:ext>
            </a:extLst>
          </p:cNvPr>
          <p:cNvSpPr txBox="1"/>
          <p:nvPr/>
        </p:nvSpPr>
        <p:spPr>
          <a:xfrm>
            <a:off x="9190547" y="3886290"/>
            <a:ext cx="19665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 dirty="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Action Plans</a:t>
            </a:r>
            <a:endParaRPr lang="en-US" sz="1400" spc="600" dirty="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13" name="Triangle 36">
            <a:extLst>
              <a:ext uri="{FF2B5EF4-FFF2-40B4-BE49-F238E27FC236}">
                <a16:creationId xmlns:a16="http://schemas.microsoft.com/office/drawing/2014/main" id="{23AA18C2-C102-F8D0-7CBD-8F2CFFF83462}"/>
              </a:ext>
            </a:extLst>
          </p:cNvPr>
          <p:cNvSpPr/>
          <p:nvPr/>
        </p:nvSpPr>
        <p:spPr>
          <a:xfrm rot="10800000">
            <a:off x="10171676" y="3686863"/>
            <a:ext cx="188337" cy="122871"/>
          </a:xfrm>
          <a:prstGeom prst="triangle">
            <a:avLst/>
          </a:prstGeom>
          <a:solidFill>
            <a:srgbClr val="C01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FA786F-45FA-A8F1-D56E-79FDE5258AC5}"/>
              </a:ext>
            </a:extLst>
          </p:cNvPr>
          <p:cNvSpPr txBox="1"/>
          <p:nvPr/>
        </p:nvSpPr>
        <p:spPr>
          <a:xfrm>
            <a:off x="8663048" y="1212849"/>
            <a:ext cx="33367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F73155-6BE9-A745-FD82-628460B98AA5}"/>
              </a:ext>
            </a:extLst>
          </p:cNvPr>
          <p:cNvSpPr txBox="1"/>
          <p:nvPr/>
        </p:nvSpPr>
        <p:spPr>
          <a:xfrm>
            <a:off x="8663048" y="1201058"/>
            <a:ext cx="332382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>LAX (S) - Identified poor read rates at our Terminal 2 EB2 (transfer line) and CA1 (main line) ATR's. This is causing bags to stop at the MEC station. Constant start-stop of queue belts along ME1 line is making bags loose tracking and creating jams along the LM line.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>MSP (S) - Operated entire month with only 1 of CBIS operating; operated for half of month with only 1 of 2 transfer lines open; created CBIS and line cascading, overloaded merges, poor hygiene on single transfer belt</a:t>
            </a:r>
            <a:r>
              <a:rPr lang="en-US" sz="110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A1D54C-6CDA-95EF-D260-F57A97FB6CB2}"/>
              </a:ext>
            </a:extLst>
          </p:cNvPr>
          <p:cNvSpPr txBox="1"/>
          <p:nvPr/>
        </p:nvSpPr>
        <p:spPr>
          <a:xfrm>
            <a:off x="8669530" y="4196865"/>
            <a:ext cx="332382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>LAX (S) - We are scheduling SICK to conduct a heath check to Terminal 2 ATR's along with firmware updates to EB2 Lector camera arrays.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>MSP (S) - Construction projects completed, system running normally, June metrics much improved.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4514" y="4019599"/>
            <a:ext cx="4050792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Chart for Clear Times needs to be inserted here.</a:t>
            </a:r>
          </a:p>
        </p:txBody>
      </p:sp>
    </p:spTree>
    <p:extLst>
      <p:ext uri="{BB962C8B-B14F-4D97-AF65-F5344CB8AC3E}">
        <p14:creationId xmlns:p14="http://schemas.microsoft.com/office/powerpoint/2010/main" val="1632070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7B41AB5-E060-1581-D005-64D5C9FE3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F557C3EE-BB73-EBD3-9739-0C8E680EC929}"/>
              </a:ext>
            </a:extLst>
          </p:cNvPr>
          <p:cNvSpPr txBox="1"/>
          <p:nvPr/>
        </p:nvSpPr>
        <p:spPr>
          <a:xfrm>
            <a:off x="8408504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Round Robin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A1A6F874-3079-38BF-F712-934B98D9D6B3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DB6F3D-F434-F489-D60B-8FCEDB853C28}"/>
              </a:ext>
            </a:extLst>
          </p:cNvPr>
          <p:cNvSpPr txBox="1"/>
          <p:nvPr/>
        </p:nvSpPr>
        <p:spPr>
          <a:xfrm>
            <a:off x="167147" y="39333"/>
            <a:ext cx="6497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CRITICAL JAM / CLEAR TIME COMMENTS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32E01EE-F8BC-27C4-0AA4-21C2912CFF01}"/>
              </a:ext>
            </a:extLst>
          </p:cNvPr>
          <p:cNvCxnSpPr/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146715D0-B1A0-94FD-E0D2-AA27B458713F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5B0932-E1D1-2816-74F7-98C45E3BC8DC}"/>
              </a:ext>
            </a:extLst>
          </p:cNvPr>
          <p:cNvSpPr/>
          <p:nvPr/>
        </p:nvSpPr>
        <p:spPr>
          <a:xfrm>
            <a:off x="655163" y="1513811"/>
            <a:ext cx="5265376" cy="2779167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3054C1-C15B-119C-E4AD-668A7237B7B7}"/>
              </a:ext>
            </a:extLst>
          </p:cNvPr>
          <p:cNvSpPr/>
          <p:nvPr/>
        </p:nvSpPr>
        <p:spPr>
          <a:xfrm>
            <a:off x="644028" y="1210343"/>
            <a:ext cx="5276088" cy="268834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6CF0C-051F-D4E3-DEBF-742E0D119553}"/>
              </a:ext>
            </a:extLst>
          </p:cNvPr>
          <p:cNvSpPr txBox="1"/>
          <p:nvPr/>
        </p:nvSpPr>
        <p:spPr>
          <a:xfrm>
            <a:off x="2065600" y="1227089"/>
            <a:ext cx="21031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 dirty="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Leading Issues</a:t>
            </a:r>
            <a:endParaRPr lang="en-US" sz="1400" spc="600" dirty="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C3A4F2-5D7A-9C00-7292-24979229B6D4}"/>
              </a:ext>
            </a:extLst>
          </p:cNvPr>
          <p:cNvSpPr txBox="1"/>
          <p:nvPr/>
        </p:nvSpPr>
        <p:spPr>
          <a:xfrm>
            <a:off x="672978" y="1534067"/>
            <a:ext cx="5171722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  <a:r>
              <a:rPr lang="en-US" sz="1100" dirty="0" err="1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  <a:r>
              <a:rPr lang="en-US" sz="1100" dirty="0" err="1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</p:txBody>
      </p:sp>
      <p:sp>
        <p:nvSpPr>
          <p:cNvPr id="10" name="Triangle 36">
            <a:extLst>
              <a:ext uri="{FF2B5EF4-FFF2-40B4-BE49-F238E27FC236}">
                <a16:creationId xmlns:a16="http://schemas.microsoft.com/office/drawing/2014/main" id="{47071C31-4AB1-8C73-0671-E9CA6B229BEA}"/>
              </a:ext>
            </a:extLst>
          </p:cNvPr>
          <p:cNvSpPr/>
          <p:nvPr/>
        </p:nvSpPr>
        <p:spPr>
          <a:xfrm rot="5400000">
            <a:off x="5955718" y="1332463"/>
            <a:ext cx="201419" cy="122871"/>
          </a:xfrm>
          <a:prstGeom prst="triangle">
            <a:avLst/>
          </a:prstGeom>
          <a:solidFill>
            <a:srgbClr val="C01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0652A2-9320-AFF7-DB6F-251AB54A4145}"/>
              </a:ext>
            </a:extLst>
          </p:cNvPr>
          <p:cNvSpPr txBox="1"/>
          <p:nvPr/>
        </p:nvSpPr>
        <p:spPr>
          <a:xfrm>
            <a:off x="6232133" y="1534067"/>
            <a:ext cx="5132554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E547F7-9D4A-3D41-C401-CAFCAFF60C2C}"/>
              </a:ext>
            </a:extLst>
          </p:cNvPr>
          <p:cNvSpPr/>
          <p:nvPr/>
        </p:nvSpPr>
        <p:spPr>
          <a:xfrm>
            <a:off x="664028" y="5155249"/>
            <a:ext cx="5256088" cy="1377524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DBA912-A470-1F2F-9344-4C6B9E1034B4}"/>
              </a:ext>
            </a:extLst>
          </p:cNvPr>
          <p:cNvSpPr/>
          <p:nvPr/>
        </p:nvSpPr>
        <p:spPr>
          <a:xfrm>
            <a:off x="655163" y="4862666"/>
            <a:ext cx="5276088" cy="274320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10B278-0000-A106-C4A5-7D8CE97027A4}"/>
              </a:ext>
            </a:extLst>
          </p:cNvPr>
          <p:cNvSpPr txBox="1"/>
          <p:nvPr/>
        </p:nvSpPr>
        <p:spPr>
          <a:xfrm>
            <a:off x="2241647" y="4868526"/>
            <a:ext cx="21031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 dirty="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/>
            </a:r>
            <a:endParaRPr lang="en-US" sz="1400" spc="600" dirty="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4B4016-2F8A-80D1-6C5B-05DC63319372}"/>
              </a:ext>
            </a:extLst>
          </p:cNvPr>
          <p:cNvSpPr txBox="1"/>
          <p:nvPr/>
        </p:nvSpPr>
        <p:spPr>
          <a:xfrm>
            <a:off x="685801" y="5143416"/>
            <a:ext cx="512419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EB21F4-85DF-C9DB-2B08-BB953466D371}"/>
              </a:ext>
            </a:extLst>
          </p:cNvPr>
          <p:cNvSpPr/>
          <p:nvPr/>
        </p:nvSpPr>
        <p:spPr>
          <a:xfrm>
            <a:off x="6170808" y="4862666"/>
            <a:ext cx="5276088" cy="274320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3CC460-BCD8-3CF9-3C6D-0C2F87D812BC}"/>
              </a:ext>
            </a:extLst>
          </p:cNvPr>
          <p:cNvSpPr/>
          <p:nvPr/>
        </p:nvSpPr>
        <p:spPr>
          <a:xfrm>
            <a:off x="6177702" y="5155248"/>
            <a:ext cx="5276088" cy="1377523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20" name="Triangle 36">
            <a:extLst>
              <a:ext uri="{FF2B5EF4-FFF2-40B4-BE49-F238E27FC236}">
                <a16:creationId xmlns:a16="http://schemas.microsoft.com/office/drawing/2014/main" id="{6D5EF849-66F0-AB15-E622-2B5052A2A1E8}"/>
              </a:ext>
            </a:extLst>
          </p:cNvPr>
          <p:cNvSpPr/>
          <p:nvPr/>
        </p:nvSpPr>
        <p:spPr>
          <a:xfrm rot="5400000">
            <a:off x="5964441" y="4973900"/>
            <a:ext cx="201419" cy="122871"/>
          </a:xfrm>
          <a:prstGeom prst="triangle">
            <a:avLst/>
          </a:prstGeom>
          <a:solidFill>
            <a:srgbClr val="C01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7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1961D8-13A9-9B6E-E799-40E43BFA8373}"/>
              </a:ext>
            </a:extLst>
          </p:cNvPr>
          <p:cNvSpPr txBox="1"/>
          <p:nvPr/>
        </p:nvSpPr>
        <p:spPr>
          <a:xfrm>
            <a:off x="6969006" y="4871839"/>
            <a:ext cx="36796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/>
            </a:r>
            <a:endParaRPr lang="en-US" sz="1400" spc="60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77487B-C845-B93A-74C3-51BF14DAA0E3}"/>
              </a:ext>
            </a:extLst>
          </p:cNvPr>
          <p:cNvSpPr txBox="1"/>
          <p:nvPr/>
        </p:nvSpPr>
        <p:spPr>
          <a:xfrm>
            <a:off x="655163" y="782681"/>
            <a:ext cx="10788444" cy="369203"/>
          </a:xfrm>
          <a:prstGeom prst="rect">
            <a:avLst/>
          </a:prstGeom>
          <a:solidFill>
            <a:srgbClr val="00336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Critical Jam Rate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A69623-CA5E-CC04-9A5E-6B57598260CB}"/>
              </a:ext>
            </a:extLst>
          </p:cNvPr>
          <p:cNvSpPr txBox="1"/>
          <p:nvPr/>
        </p:nvSpPr>
        <p:spPr>
          <a:xfrm>
            <a:off x="655163" y="4429137"/>
            <a:ext cx="10789920" cy="369332"/>
          </a:xfrm>
          <a:prstGeom prst="rect">
            <a:avLst/>
          </a:prstGeom>
          <a:solidFill>
            <a:srgbClr val="00336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/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9EE47BB-EF40-B011-64D2-68E317A32C04}"/>
              </a:ext>
            </a:extLst>
          </p:cNvPr>
          <p:cNvSpPr/>
          <p:nvPr/>
        </p:nvSpPr>
        <p:spPr>
          <a:xfrm>
            <a:off x="6178230" y="1513812"/>
            <a:ext cx="5265376" cy="2779168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C47D0F5-2FC0-CED4-5A09-492DCABA1568}"/>
              </a:ext>
            </a:extLst>
          </p:cNvPr>
          <p:cNvSpPr/>
          <p:nvPr/>
        </p:nvSpPr>
        <p:spPr>
          <a:xfrm>
            <a:off x="6169086" y="1210342"/>
            <a:ext cx="5284703" cy="265176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0FCAC2-3EB0-4CB7-E2E9-655902EC21C6}"/>
              </a:ext>
            </a:extLst>
          </p:cNvPr>
          <p:cNvSpPr txBox="1"/>
          <p:nvPr/>
        </p:nvSpPr>
        <p:spPr>
          <a:xfrm>
            <a:off x="7920163" y="1232956"/>
            <a:ext cx="2103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 dirty="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Action Plans</a:t>
            </a:r>
            <a:endParaRPr lang="en-US" sz="1400" spc="600" dirty="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D9749D-76DD-C08C-F015-81F401FA70F9}"/>
              </a:ext>
            </a:extLst>
          </p:cNvPr>
          <p:cNvSpPr txBox="1"/>
          <p:nvPr/>
        </p:nvSpPr>
        <p:spPr>
          <a:xfrm>
            <a:off x="6232131" y="5166103"/>
            <a:ext cx="52740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endParaRPr lang="en-US" sz="1100" dirty="0">
              <a:solidFill>
                <a:srgbClr val="003366"/>
              </a:solidFill>
              <a:latin typeface="Lato" panose="020F0502020204030203" pitchFamily="34" charset="77"/>
              <a:ea typeface="Montserrat Light" charset="0"/>
              <a:cs typeface="Montserrat Light" charset="0"/>
            </a:endParaRP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  <a:p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3127453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D9A74-EF7F-6275-DA3F-ECFDA1F1C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Triangle 2">
            <a:extLst>
              <a:ext uri="{FF2B5EF4-FFF2-40B4-BE49-F238E27FC236}">
                <a16:creationId xmlns:a16="http://schemas.microsoft.com/office/drawing/2014/main" id="{5DF7C6CA-280A-28FE-F131-BA2823703E79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D16C92-36DC-495A-75DC-75DC72A59DB7}"/>
              </a:ext>
            </a:extLst>
          </p:cNvPr>
          <p:cNvCxnSpPr>
            <a:cxnSpLocks/>
          </p:cNvCxnSpPr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A52FBED-8D05-437A-9651-3FB623C917E9}"/>
              </a:ext>
            </a:extLst>
          </p:cNvPr>
          <p:cNvSpPr txBox="1"/>
          <p:nvPr/>
        </p:nvSpPr>
        <p:spPr>
          <a:xfrm>
            <a:off x="8607287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Norm Blanco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5F5905-BD3B-5C94-0B96-9639A0CC8E48}"/>
              </a:ext>
            </a:extLst>
          </p:cNvPr>
          <p:cNvSpPr/>
          <p:nvPr/>
        </p:nvSpPr>
        <p:spPr>
          <a:xfrm>
            <a:off x="2459103" y="5105448"/>
            <a:ext cx="3578087" cy="1554480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2EE9D3-6CCE-CD29-338C-C1D8C311FF39}"/>
              </a:ext>
            </a:extLst>
          </p:cNvPr>
          <p:cNvSpPr/>
          <p:nvPr/>
        </p:nvSpPr>
        <p:spPr>
          <a:xfrm>
            <a:off x="2450380" y="4812865"/>
            <a:ext cx="3600150" cy="274320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89DF4F-F8C5-C11E-5714-13C9344BB773}"/>
              </a:ext>
            </a:extLst>
          </p:cNvPr>
          <p:cNvSpPr txBox="1"/>
          <p:nvPr/>
        </p:nvSpPr>
        <p:spPr>
          <a:xfrm>
            <a:off x="3081778" y="4818725"/>
            <a:ext cx="21031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Leading Issues</a:t>
            </a:r>
            <a:endParaRPr lang="en-US" sz="1400" spc="60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004582-EACE-0584-19BE-0140B7E27FB2}"/>
              </a:ext>
            </a:extLst>
          </p:cNvPr>
          <p:cNvSpPr/>
          <p:nvPr/>
        </p:nvSpPr>
        <p:spPr>
          <a:xfrm>
            <a:off x="6278737" y="4812865"/>
            <a:ext cx="3598582" cy="274320"/>
          </a:xfrm>
          <a:prstGeom prst="rect">
            <a:avLst/>
          </a:prstGeom>
          <a:solidFill>
            <a:srgbClr val="C0193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6C09BF-60CD-7D26-F1B2-5BF075D0A1A7}"/>
              </a:ext>
            </a:extLst>
          </p:cNvPr>
          <p:cNvSpPr/>
          <p:nvPr/>
        </p:nvSpPr>
        <p:spPr>
          <a:xfrm>
            <a:off x="6285632" y="5105448"/>
            <a:ext cx="3580872" cy="1554480"/>
          </a:xfrm>
          <a:prstGeom prst="rect">
            <a:avLst/>
          </a:prstGeom>
          <a:noFill/>
          <a:ln w="19050">
            <a:solidFill>
              <a:srgbClr val="C01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Lato" panose="020F0502020204030203" pitchFamily="34" charset="77"/>
            </a:endParaRPr>
          </a:p>
        </p:txBody>
      </p:sp>
      <p:sp>
        <p:nvSpPr>
          <p:cNvPr id="23" name="Triangle 36">
            <a:extLst>
              <a:ext uri="{FF2B5EF4-FFF2-40B4-BE49-F238E27FC236}">
                <a16:creationId xmlns:a16="http://schemas.microsoft.com/office/drawing/2014/main" id="{25C3FCFB-F56B-98B0-C1E2-8CF9811553B2}"/>
              </a:ext>
            </a:extLst>
          </p:cNvPr>
          <p:cNvSpPr/>
          <p:nvPr/>
        </p:nvSpPr>
        <p:spPr>
          <a:xfrm rot="5400000">
            <a:off x="6072370" y="4924099"/>
            <a:ext cx="201419" cy="122871"/>
          </a:xfrm>
          <a:prstGeom prst="triangle">
            <a:avLst/>
          </a:prstGeom>
          <a:solidFill>
            <a:srgbClr val="C01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7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7B8B8A-08EF-082D-E47E-FA0CAB9713FB}"/>
              </a:ext>
            </a:extLst>
          </p:cNvPr>
          <p:cNvSpPr txBox="1"/>
          <p:nvPr/>
        </p:nvSpPr>
        <p:spPr>
          <a:xfrm>
            <a:off x="7030923" y="4822038"/>
            <a:ext cx="2103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600">
                <a:solidFill>
                  <a:schemeClr val="bg1"/>
                </a:solidFill>
                <a:latin typeface="Lato" panose="020F0502020204030203" pitchFamily="34" charset="77"/>
                <a:ea typeface="Montserrat" charset="0"/>
                <a:cs typeface="Montserrat" charset="0"/>
              </a:rPr>
              <a:t>Action Plans</a:t>
            </a:r>
            <a:endParaRPr lang="en-US" sz="1400" spc="600">
              <a:solidFill>
                <a:schemeClr val="bg1"/>
              </a:solidFill>
              <a:latin typeface="Lato" panose="020F0502020204030203" pitchFamily="34" charset="77"/>
              <a:ea typeface="Montserrat" charset="0"/>
              <a:cs typeface="Montserrat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474D23-6D24-E12A-7A95-FBA83313A234}"/>
              </a:ext>
            </a:extLst>
          </p:cNvPr>
          <p:cNvSpPr txBox="1"/>
          <p:nvPr/>
        </p:nvSpPr>
        <p:spPr>
          <a:xfrm>
            <a:off x="167148" y="39333"/>
            <a:ext cx="4206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Stationary VOS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1E115855-A1AD-E258-9B1A-4269551822B7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Customer Experience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27990889-906B-6E31-7310-44240FD151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209532"/>
              </p:ext>
            </p:extLst>
          </p:nvPr>
        </p:nvGraphicFramePr>
        <p:xfrm>
          <a:off x="6146227" y="897112"/>
          <a:ext cx="4572000" cy="19659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C2DDF8B-3484-FEA1-D221-3FA61A200983}"/>
              </a:ext>
            </a:extLst>
          </p:cNvPr>
          <p:cNvSpPr txBox="1"/>
          <p:nvPr/>
        </p:nvSpPr>
        <p:spPr>
          <a:xfrm>
            <a:off x="2471425" y="5139343"/>
            <a:ext cx="35657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>LAX (S) - 2 AC units drove the OSS up. Both were fixed and put back in service on 5/21 and 5/29.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559C1F-F716-3474-04C7-8E516B817563}"/>
              </a:ext>
            </a:extLst>
          </p:cNvPr>
          <p:cNvSpPr txBox="1"/>
          <p:nvPr/>
        </p:nvSpPr>
        <p:spPr>
          <a:xfrm>
            <a:off x="6300739" y="5139343"/>
            <a:ext cx="35657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366"/>
                </a:solidFill>
                <a:latin typeface="Lato" panose="020F0502020204030203" pitchFamily="34" charset="77"/>
                <a:ea typeface="Montserrat Light" charset="0"/>
                <a:cs typeface="Montserrat Light" charset="0"/>
              </a:rPr>
              <a:t>LAX (S) - We have a assigned a new dedicated GMT working on AC units to keep the VOS down.</a:t>
            </a:r>
          </a:p>
        </p:txBody>
      </p:sp>
    </p:spTree>
    <p:extLst>
      <p:ext uri="{BB962C8B-B14F-4D97-AF65-F5344CB8AC3E}">
        <p14:creationId xmlns:p14="http://schemas.microsoft.com/office/powerpoint/2010/main" val="29199161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0DAB0B8-5CBA-671D-CD13-F35A86DAF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A097ED5-7FFE-9001-7B91-F5105ED3521F}"/>
              </a:ext>
            </a:extLst>
          </p:cNvPr>
          <p:cNvSpPr txBox="1"/>
          <p:nvPr/>
        </p:nvSpPr>
        <p:spPr>
          <a:xfrm>
            <a:off x="167148" y="39333"/>
            <a:ext cx="393192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Station of the Quarter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3A03F1F-2F1A-CA98-BAB4-9EA70013605C}"/>
              </a:ext>
            </a:extLst>
          </p:cNvPr>
          <p:cNvCxnSpPr>
            <a:cxnSpLocks/>
          </p:cNvCxnSpPr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AC12FC6-6BAB-C64F-AB49-D8F1B66D3E4E}"/>
              </a:ext>
            </a:extLst>
          </p:cNvPr>
          <p:cNvSpPr txBox="1"/>
          <p:nvPr/>
        </p:nvSpPr>
        <p:spPr>
          <a:xfrm>
            <a:off x="8607287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Blake Green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6B3059E3-B8CA-F7D7-8779-BDE9F0B39BFE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Station Winners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E5E1FF66-C41D-9265-8A2D-12D2F0375249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C8BE5CC-E42F-AA03-CB86-395D10BDFE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2588765"/>
              </p:ext>
            </p:extLst>
          </p:nvPr>
        </p:nvGraphicFramePr>
        <p:xfrm>
          <a:off x="540773" y="1273326"/>
          <a:ext cx="11110455" cy="43113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149963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20C382B-9BE2-7F50-AF8C-2F1C5F663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0E0DCAE-2081-CF7B-B2FF-0EED351F6167}"/>
              </a:ext>
            </a:extLst>
          </p:cNvPr>
          <p:cNvSpPr txBox="1"/>
          <p:nvPr/>
        </p:nvSpPr>
        <p:spPr>
          <a:xfrm>
            <a:off x="167148" y="39333"/>
            <a:ext cx="393192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Galley Scorecard Summary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20D470-2FE3-3F0A-8569-E78823AE5802}"/>
              </a:ext>
            </a:extLst>
          </p:cNvPr>
          <p:cNvCxnSpPr>
            <a:cxnSpLocks/>
          </p:cNvCxnSpPr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2E6CCC6-8F99-26C5-7C57-A00B38DFF401}"/>
              </a:ext>
            </a:extLst>
          </p:cNvPr>
          <p:cNvSpPr txBox="1"/>
          <p:nvPr/>
        </p:nvSpPr>
        <p:spPr>
          <a:xfrm>
            <a:off x="8607287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Ed Schaaf</a:t>
            </a:r>
          </a:p>
        </p:txBody>
      </p:sp>
      <p:sp>
        <p:nvSpPr>
          <p:cNvPr id="6" name="Flowchart: Off-page Connector 5">
            <a:extLst>
              <a:ext uri="{FF2B5EF4-FFF2-40B4-BE49-F238E27FC236}">
                <a16:creationId xmlns:a16="http://schemas.microsoft.com/office/drawing/2014/main" id="{E52116E2-9B46-1535-E78A-1139E395F761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Monthly Performance Galley</a:t>
            </a:r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9A81C4AA-C581-952D-56E9-405F3D001ABD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814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AAFFD98-F447-45A9-8757-DF41A4A13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784B782-5DDB-CAF3-73E3-D61103B0ACE3}"/>
              </a:ext>
            </a:extLst>
          </p:cNvPr>
          <p:cNvSpPr txBox="1"/>
          <p:nvPr/>
        </p:nvSpPr>
        <p:spPr>
          <a:xfrm>
            <a:off x="167148" y="39333"/>
            <a:ext cx="4752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Galley Scorecard Comparison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8454D3-8E56-F9DB-B7EE-EBA5A632CA35}"/>
              </a:ext>
            </a:extLst>
          </p:cNvPr>
          <p:cNvCxnSpPr>
            <a:cxnSpLocks/>
          </p:cNvCxnSpPr>
          <p:nvPr/>
        </p:nvCxnSpPr>
        <p:spPr>
          <a:xfrm>
            <a:off x="314628" y="587973"/>
            <a:ext cx="2286000" cy="0"/>
          </a:xfrm>
          <a:prstGeom prst="line">
            <a:avLst/>
          </a:prstGeom>
          <a:ln w="76200">
            <a:solidFill>
              <a:srgbClr val="C01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52D6332-D6A2-87C1-A4C1-657E9967994F}"/>
              </a:ext>
            </a:extLst>
          </p:cNvPr>
          <p:cNvSpPr txBox="1"/>
          <p:nvPr/>
        </p:nvSpPr>
        <p:spPr>
          <a:xfrm>
            <a:off x="8607287" y="149087"/>
            <a:ext cx="3242147" cy="338554"/>
          </a:xfrm>
          <a:prstGeom prst="rect">
            <a:avLst/>
          </a:prstGeom>
          <a:gradFill flip="none" rotWithShape="1">
            <a:gsLst>
              <a:gs pos="0">
                <a:srgbClr val="C01933"/>
              </a:gs>
              <a:gs pos="100000">
                <a:srgbClr val="C01933">
                  <a:shade val="67500"/>
                  <a:satMod val="115000"/>
                  <a:alpha val="20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Speaker: Ed Schaaf</a:t>
            </a:r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AD23174A-0DCC-4C26-B576-8581BED44F11}"/>
              </a:ext>
            </a:extLst>
          </p:cNvPr>
          <p:cNvSpPr/>
          <p:nvPr/>
        </p:nvSpPr>
        <p:spPr>
          <a:xfrm>
            <a:off x="10871532" y="59636"/>
            <a:ext cx="1005840" cy="640080"/>
          </a:xfrm>
          <a:prstGeom prst="flowChartOffpageConnector">
            <a:avLst/>
          </a:prstGeom>
          <a:solidFill>
            <a:srgbClr val="0033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Monthly Performance Galley</a:t>
            </a:r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97F362D2-4D51-D98A-B80C-ADEFFF155318}"/>
              </a:ext>
            </a:extLst>
          </p:cNvPr>
          <p:cNvSpPr/>
          <p:nvPr/>
        </p:nvSpPr>
        <p:spPr>
          <a:xfrm rot="8771969">
            <a:off x="11647854" y="148916"/>
            <a:ext cx="337931" cy="212075"/>
          </a:xfrm>
          <a:prstGeom prst="rtTriangle">
            <a:avLst/>
          </a:prstGeom>
          <a:solidFill>
            <a:srgbClr val="003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4361476-FF11-8543-CC3B-22CD989585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9344131"/>
              </p:ext>
            </p:extLst>
          </p:nvPr>
        </p:nvGraphicFramePr>
        <p:xfrm>
          <a:off x="1881188" y="936625"/>
          <a:ext cx="8429625" cy="498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8429700" imgH="4981454" progId="Excel.Sheet.12">
                  <p:embed/>
                </p:oleObj>
              </mc:Choice>
              <mc:Fallback>
                <p:oleObj name="Worksheet" r:id="rId3" imgW="8429700" imgH="4981454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C4361476-FF11-8543-CC3B-22CD989585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81188" y="936625"/>
                        <a:ext cx="8429625" cy="4981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BE64572F-36D6-D7E4-B875-CBCF7ED38B9D}"/>
              </a:ext>
            </a:extLst>
          </p:cNvPr>
          <p:cNvSpPr/>
          <p:nvPr/>
        </p:nvSpPr>
        <p:spPr>
          <a:xfrm>
            <a:off x="4391764" y="149087"/>
            <a:ext cx="3842578" cy="53095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UPDATE NEEDED</a:t>
            </a:r>
          </a:p>
        </p:txBody>
      </p:sp>
    </p:spTree>
    <p:extLst>
      <p:ext uri="{BB962C8B-B14F-4D97-AF65-F5344CB8AC3E}">
        <p14:creationId xmlns:p14="http://schemas.microsoft.com/office/powerpoint/2010/main" val="4636912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lta_PowerPoint_Template_Horizontal" id="{C1EEA23C-7B3E-5547-8A11-62B0FF8330C5}" vid="{0001CC80-2316-2D4E-B097-5039331664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028E0A1F5632409207BD96AFFEA5F0" ma:contentTypeVersion="16" ma:contentTypeDescription="Create a new document." ma:contentTypeScope="" ma:versionID="69187957c1ae2cda9ce03a3537ddda28">
  <xsd:schema xmlns:xsd="http://www.w3.org/2001/XMLSchema" xmlns:xs="http://www.w3.org/2001/XMLSchema" xmlns:p="http://schemas.microsoft.com/office/2006/metadata/properties" xmlns:ns1="http://schemas.microsoft.com/sharepoint/v3" xmlns:ns2="04e8ea0d-aa83-486b-a409-88ec3144b77c" xmlns:ns3="d1f0fdf8-dad8-4ab2-b524-aa3966d644cb" targetNamespace="http://schemas.microsoft.com/office/2006/metadata/properties" ma:root="true" ma:fieldsID="085a903d38764237e3d7b67048069bac" ns1:_="" ns2:_="" ns3:_="">
    <xsd:import namespace="http://schemas.microsoft.com/sharepoint/v3"/>
    <xsd:import namespace="04e8ea0d-aa83-486b-a409-88ec3144b77c"/>
    <xsd:import namespace="d1f0fdf8-dad8-4ab2-b524-aa3966d644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e8ea0d-aa83-486b-a409-88ec3144b7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deb0bbe-b72b-4892-9917-9d2a42dd67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f0fdf8-dad8-4ab2-b524-aa3966d644c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7932faa8-f7f4-498f-a4ab-bed754a737ad}" ma:internalName="TaxCatchAll" ma:showField="CatchAllData" ma:web="d1f0fdf8-dad8-4ab2-b524-aa3966d644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1f0fdf8-dad8-4ab2-b524-aa3966d644cb" xsi:nil="true"/>
    <_ip_UnifiedCompliancePolicyUIAction xmlns="http://schemas.microsoft.com/sharepoint/v3" xsi:nil="true"/>
    <_ip_UnifiedCompliancePolicyProperties xmlns="http://schemas.microsoft.com/sharepoint/v3" xsi:nil="true"/>
    <lcf76f155ced4ddcb4097134ff3c332f xmlns="04e8ea0d-aa83-486b-a409-88ec3144b77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ECEE7F6-8EE7-4AC6-8D99-D813B2EF815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634522B-3353-4166-86AF-B045A69C4B2C}">
  <ds:schemaRefs>
    <ds:schemaRef ds:uri="04e8ea0d-aa83-486b-a409-88ec3144b77c"/>
    <ds:schemaRef ds:uri="d1f0fdf8-dad8-4ab2-b524-aa3966d644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145A987-022C-4C9F-A6EA-7A0F11010BA9}">
  <ds:schemaRefs>
    <ds:schemaRef ds:uri="http://schemas.microsoft.com/office/2006/metadata/properties"/>
    <ds:schemaRef ds:uri="http://schemas.microsoft.com/sharepoint/v3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d1f0fdf8-dad8-4ab2-b524-aa3966d644cb"/>
    <ds:schemaRef ds:uri="http://purl.org/dc/elements/1.1/"/>
    <ds:schemaRef ds:uri="04e8ea0d-aa83-486b-a409-88ec3144b77c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Delta_PowerPoint_Template_Horizontal</Template>
  <TotalTime>5507</TotalTime>
  <Words>2317</Words>
  <Application>Microsoft Office PowerPoint</Application>
  <PresentationFormat>Widescreen</PresentationFormat>
  <Paragraphs>511</Paragraphs>
  <Slides>25</Slides>
  <Notes>25</Notes>
  <HiddenSlides>5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Lato</vt:lpstr>
      <vt:lpstr>Lato Light</vt:lpstr>
      <vt:lpstr>Default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Valentine, Mark C;deambria.goolsby@delta.com</dc:creator>
  <cp:keywords/>
  <dc:description/>
  <cp:lastModifiedBy>Goolsby, Deambria D</cp:lastModifiedBy>
  <cp:revision>1</cp:revision>
  <cp:lastPrinted>2026-05-14T20:55:03Z</cp:lastPrinted>
  <dcterms:created xsi:type="dcterms:W3CDTF">2026-02-19T21:16:53Z</dcterms:created>
  <dcterms:modified xsi:type="dcterms:W3CDTF">2026-06-11T18:30:14Z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0x01010018028E0A1F5632409207BD96AFFEA5F0</vt:lpwstr>
  </property>
  <property fmtid="{D5CDD505-2E9C-101B-9397-08002B2CF9AE}" pid="3" name="_dlc_DocIdItemGuid">
    <vt:lpwstr>b1f26669-799d-4adf-9eb6-7a9fb86582ed</vt:lpwstr>
  </property>
  <property fmtid="{D5CDD505-2E9C-101B-9397-08002B2CF9AE}" pid="4" name="TaxKeyword">
    <vt:lpwstr/>
  </property>
  <property fmtid="{D5CDD505-2E9C-101B-9397-08002B2CF9AE}" pid="5" name="deltanetTxmFleet">
    <vt:lpwstr/>
  </property>
  <property fmtid="{D5CDD505-2E9C-101B-9397-08002B2CF9AE}" pid="6" name="deltanetTxmCareerBenefits">
    <vt:lpwstr/>
  </property>
  <property fmtid="{D5CDD505-2E9C-101B-9397-08002B2CF9AE}" pid="7" name="deltanetTxmOperations">
    <vt:lpwstr/>
  </property>
  <property fmtid="{D5CDD505-2E9C-101B-9397-08002B2CF9AE}" pid="8" name="deltanetTxmCatchAll">
    <vt:lpwstr/>
  </property>
  <property fmtid="{D5CDD505-2E9C-101B-9397-08002B2CF9AE}" pid="9" name="deltanetTxmLocation">
    <vt:lpwstr/>
  </property>
  <property fmtid="{D5CDD505-2E9C-101B-9397-08002B2CF9AE}" pid="10" name="deltanetTxmCustomerService">
    <vt:lpwstr/>
  </property>
  <property fmtid="{D5CDD505-2E9C-101B-9397-08002B2CF9AE}" pid="11" name="deltanetTxmDivision">
    <vt:lpwstr/>
  </property>
  <property fmtid="{D5CDD505-2E9C-101B-9397-08002B2CF9AE}" pid="12" name="Fleet">
    <vt:lpwstr/>
  </property>
  <property fmtid="{D5CDD505-2E9C-101B-9397-08002B2CF9AE}" pid="13" name="GeneralTopics">
    <vt:lpwstr/>
  </property>
  <property fmtid="{D5CDD505-2E9C-101B-9397-08002B2CF9AE}" pid="14" name="Organization">
    <vt:lpwstr/>
  </property>
  <property fmtid="{D5CDD505-2E9C-101B-9397-08002B2CF9AE}" pid="15" name="Locations">
    <vt:lpwstr/>
  </property>
  <property fmtid="{D5CDD505-2E9C-101B-9397-08002B2CF9AE}" pid="16" name="MediaServiceImageTags">
    <vt:lpwstr/>
  </property>
</Properties>
</file>